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3"/>
    <p:sldId id="258" r:id="rId4"/>
    <p:sldId id="264" r:id="rId5"/>
    <p:sldId id="259" r:id="rId6"/>
    <p:sldId id="261" r:id="rId7"/>
    <p:sldId id="262" r:id="rId8"/>
    <p:sldId id="266" r:id="rId9"/>
    <p:sldId id="263" r:id="rId10"/>
    <p:sldId id="265" r:id="rId11"/>
    <p:sldId id="267" r:id="rId12"/>
    <p:sldId id="269" r:id="rId13"/>
    <p:sldId id="270" r:id="rId14"/>
    <p:sldId id="271"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00EE499-D129-484D-B5C0-D0F3AC30E8B1}" type="doc">
      <dgm:prSet loTypeId="urn:microsoft.com/office/officeart/2005/8/layout/vList3" loCatId="list" qsTypeId="urn:microsoft.com/office/officeart/2005/8/quickstyle/simple5" qsCatId="simple" csTypeId="urn:microsoft.com/office/officeart/2005/8/colors/accent1_2" csCatId="accent1" phldr="0"/>
      <dgm:spPr/>
    </dgm:pt>
    <dgm:pt modelId="{BEB4A0DE-FB16-4C4F-8DEA-03570694B93A}">
      <dgm:prSet phldrT="[Text]" phldr="0" custT="0"/>
      <dgm:spPr/>
      <dgm:t>
        <a:bodyPr vert="horz" wrap="square"/>
        <a:p>
          <a:pPr algn="just">
            <a:lnSpc>
              <a:spcPct val="100000"/>
            </a:lnSpc>
            <a:spcBef>
              <a:spcPct val="0"/>
            </a:spcBef>
            <a:spcAft>
              <a:spcPct val="35000"/>
            </a:spcAft>
          </a:pPr>
          <a:r>
            <a:rPr lang="en-US">
              <a:sym typeface="+mn-ea"/>
            </a:rPr>
            <a:t>Khái niệm về nguồn lực con người</a:t>
          </a:r>
          <a:r>
            <a:rPr lang="en-US"/>
            <a:t/>
          </a:r>
          <a:endParaRPr lang="en-US"/>
        </a:p>
      </dgm:t>
    </dgm:pt>
    <dgm:pt modelId="{A1CD0B47-03FC-4535-A972-2673574CE2F3}" cxnId="{5CFDA0C7-D7A9-49B5-B5AC-8AFD185F175F}" type="parTrans">
      <dgm:prSet/>
      <dgm:spPr/>
    </dgm:pt>
    <dgm:pt modelId="{66283CB7-69B8-41D5-A569-950515985F71}" cxnId="{5CFDA0C7-D7A9-49B5-B5AC-8AFD185F175F}" type="sibTrans">
      <dgm:prSet/>
      <dgm:spPr/>
    </dgm:pt>
    <dgm:pt modelId="{11A5EA0A-517A-463B-9BA8-5EB54D7D10F8}">
      <dgm:prSet phldrT="[Text]" phldr="0" custT="0"/>
      <dgm:spPr/>
      <dgm:t>
        <a:bodyPr vert="horz" wrap="square"/>
        <a:p>
          <a:pPr algn="just">
            <a:lnSpc>
              <a:spcPct val="100000"/>
            </a:lnSpc>
            <a:spcBef>
              <a:spcPct val="0"/>
            </a:spcBef>
            <a:spcAft>
              <a:spcPct val="35000"/>
            </a:spcAft>
          </a:pPr>
          <a:r>
            <a:rPr>
              <a:sym typeface="+mn-ea"/>
            </a:rPr>
            <a:t>C</a:t>
          </a:r>
          <a:r>
            <a:rPr lang="en-US">
              <a:sym typeface="+mn-ea"/>
            </a:rPr>
            <a:t>ác nhân tố ảnh hưởng đến nguồn lực con người</a:t>
          </a:r>
          <a:r>
            <a:rPr lang="en-US"/>
            <a:t/>
          </a:r>
          <a:endParaRPr lang="en-US"/>
        </a:p>
      </dgm:t>
    </dgm:pt>
    <dgm:pt modelId="{E2B15CF1-464F-45CC-BFE4-6F0AA417C19E}" cxnId="{E8CDF6DB-D025-4A69-A4DF-2FC738909833}" type="parTrans">
      <dgm:prSet/>
      <dgm:spPr/>
    </dgm:pt>
    <dgm:pt modelId="{4EA87785-B7B3-4F48-BB13-D91C5DEA8DC1}" cxnId="{E8CDF6DB-D025-4A69-A4DF-2FC738909833}" type="sibTrans">
      <dgm:prSet/>
      <dgm:spPr/>
    </dgm:pt>
    <dgm:pt modelId="{25EF8B53-4C57-43A4-9FE1-40C318A0AD88}">
      <dgm:prSet phldrT="[Text]" phldr="0" custT="0"/>
      <dgm:spPr/>
      <dgm:t>
        <a:bodyPr vert="horz" wrap="square"/>
        <a:p>
          <a:pPr algn="just">
            <a:lnSpc>
              <a:spcPct val="100000"/>
            </a:lnSpc>
            <a:spcBef>
              <a:spcPct val="0"/>
            </a:spcBef>
            <a:spcAft>
              <a:spcPct val="35000"/>
            </a:spcAft>
          </a:pPr>
          <a:r>
            <a:rPr>
              <a:sym typeface="+mn-ea"/>
            </a:rPr>
            <a:t>N</a:t>
          </a:r>
          <a:r>
            <a:rPr lang="en-US">
              <a:sym typeface="+mn-ea"/>
            </a:rPr>
            <a:t>guồn lực con người là nguồn lực cơ bản cho sự phát triển bền vững trong quá trình công nghiệp hóa hiện đại hóa.</a:t>
          </a:r>
          <a:r>
            <a:rPr lang="en-US"/>
            <a:t/>
          </a:r>
          <a:endParaRPr lang="en-US"/>
        </a:p>
      </dgm:t>
    </dgm:pt>
    <dgm:pt modelId="{62CE1C4C-AE05-4247-9728-BCA5F5CA780A}" cxnId="{B155B91B-9223-4529-AD28-56F787F44EBE}" type="parTrans">
      <dgm:prSet/>
      <dgm:spPr/>
    </dgm:pt>
    <dgm:pt modelId="{F463D266-32E5-414A-9781-DA46FFE60955}" cxnId="{B155B91B-9223-4529-AD28-56F787F44EBE}" type="sibTrans">
      <dgm:prSet/>
      <dgm:spPr/>
    </dgm:pt>
    <dgm:pt modelId="{3A30B1D0-F146-41C6-9373-8CC849B0566C}" type="pres">
      <dgm:prSet presAssocID="{800EE499-D129-484D-B5C0-D0F3AC30E8B1}" presName="linearFlow" presStyleCnt="0">
        <dgm:presLayoutVars>
          <dgm:dir/>
          <dgm:resizeHandles val="exact"/>
        </dgm:presLayoutVars>
      </dgm:prSet>
      <dgm:spPr/>
    </dgm:pt>
    <dgm:pt modelId="{65AAD8D9-A2BB-4BC0-ADC4-32A3E0934999}" type="pres">
      <dgm:prSet presAssocID="{BEB4A0DE-FB16-4C4F-8DEA-03570694B93A}" presName="composite" presStyleCnt="0"/>
      <dgm:spPr/>
    </dgm:pt>
    <dgm:pt modelId="{F8DF891C-0D10-4055-A8A8-3FC34ADEDC5B}" type="pres">
      <dgm:prSet presAssocID="{BEB4A0DE-FB16-4C4F-8DEA-03570694B93A}" presName="imgShp" presStyleLbl="fgImgPlace1" presStyleIdx="0" presStyleCnt="3"/>
      <dgm:spPr>
        <a:blipFill>
          <a:blip xmlns:r="http://schemas.openxmlformats.org/officeDocument/2006/relationships" r:embed="rId1"/>
          <a:stretch>
            <a:fillRect/>
          </a:stretch>
        </a:blipFill>
      </dgm:spPr>
    </dgm:pt>
    <dgm:pt modelId="{5D3E6026-A697-4D8F-84B5-C5321A8528B3}" type="pres">
      <dgm:prSet presAssocID="{BEB4A0DE-FB16-4C4F-8DEA-03570694B93A}" presName="txShp" presStyleLbl="node1" presStyleIdx="0" presStyleCnt="3">
        <dgm:presLayoutVars>
          <dgm:bulletEnabled val="1"/>
        </dgm:presLayoutVars>
      </dgm:prSet>
      <dgm:spPr/>
    </dgm:pt>
    <dgm:pt modelId="{01F33C7F-4C3C-42D3-8542-4BC345A10B4C}" type="pres">
      <dgm:prSet presAssocID="{66283CB7-69B8-41D5-A569-950515985F71}" presName="spacing" presStyleCnt="0"/>
      <dgm:spPr/>
    </dgm:pt>
    <dgm:pt modelId="{5373068E-DCEB-4D3C-BFF1-43C34CE727FD}" type="pres">
      <dgm:prSet presAssocID="{11A5EA0A-517A-463B-9BA8-5EB54D7D10F8}" presName="composite" presStyleCnt="0"/>
      <dgm:spPr/>
    </dgm:pt>
    <dgm:pt modelId="{48C23F44-CDC2-4998-B9C4-F737C51D3228}" type="pres">
      <dgm:prSet presAssocID="{11A5EA0A-517A-463B-9BA8-5EB54D7D10F8}" presName="imgShp" presStyleLbl="fgImgPlace1" presStyleIdx="1" presStyleCnt="3"/>
      <dgm:spPr>
        <a:blipFill>
          <a:blip xmlns:r="http://schemas.openxmlformats.org/officeDocument/2006/relationships" r:embed="rId2"/>
          <a:stretch>
            <a:fillRect/>
          </a:stretch>
        </a:blipFill>
      </dgm:spPr>
    </dgm:pt>
    <dgm:pt modelId="{DC27DDA6-73A4-45AF-8B52-70E594C6E063}" type="pres">
      <dgm:prSet presAssocID="{11A5EA0A-517A-463B-9BA8-5EB54D7D10F8}" presName="txShp" presStyleLbl="node1" presStyleIdx="1" presStyleCnt="3">
        <dgm:presLayoutVars>
          <dgm:bulletEnabled val="1"/>
        </dgm:presLayoutVars>
      </dgm:prSet>
      <dgm:spPr/>
    </dgm:pt>
    <dgm:pt modelId="{1BD648EC-230D-47E1-A618-F93D265B0703}" type="pres">
      <dgm:prSet presAssocID="{4EA87785-B7B3-4F48-BB13-D91C5DEA8DC1}" presName="spacing" presStyleCnt="0"/>
      <dgm:spPr/>
    </dgm:pt>
    <dgm:pt modelId="{7D4A810A-A6D4-47BA-AF8D-AB4F73C04080}" type="pres">
      <dgm:prSet presAssocID="{25EF8B53-4C57-43A4-9FE1-40C318A0AD88}" presName="composite" presStyleCnt="0"/>
      <dgm:spPr/>
    </dgm:pt>
    <dgm:pt modelId="{69DE5637-6198-4292-ADFF-69DC2A063BC5}" type="pres">
      <dgm:prSet presAssocID="{25EF8B53-4C57-43A4-9FE1-40C318A0AD88}" presName="imgShp" presStyleLbl="fgImgPlace1" presStyleIdx="2" presStyleCnt="3"/>
      <dgm:spPr>
        <a:blipFill>
          <a:blip xmlns:r="http://schemas.openxmlformats.org/officeDocument/2006/relationships" r:embed="rId3"/>
          <a:stretch>
            <a:fillRect/>
          </a:stretch>
        </a:blipFill>
      </dgm:spPr>
    </dgm:pt>
    <dgm:pt modelId="{00C34D87-B2DD-493A-BAA2-1A14EA17DEB1}" type="pres">
      <dgm:prSet presAssocID="{25EF8B53-4C57-43A4-9FE1-40C318A0AD88}" presName="txShp" presStyleLbl="node1" presStyleIdx="2" presStyleCnt="3">
        <dgm:presLayoutVars>
          <dgm:bulletEnabled val="1"/>
        </dgm:presLayoutVars>
      </dgm:prSet>
      <dgm:spPr/>
    </dgm:pt>
  </dgm:ptLst>
  <dgm:cxnLst>
    <dgm:cxn modelId="{5CFDA0C7-D7A9-49B5-B5AC-8AFD185F175F}" srcId="{800EE499-D129-484D-B5C0-D0F3AC30E8B1}" destId="{BEB4A0DE-FB16-4C4F-8DEA-03570694B93A}" srcOrd="0" destOrd="0" parTransId="{A1CD0B47-03FC-4535-A972-2673574CE2F3}" sibTransId="{66283CB7-69B8-41D5-A569-950515985F71}"/>
    <dgm:cxn modelId="{E8CDF6DB-D025-4A69-A4DF-2FC738909833}" srcId="{800EE499-D129-484D-B5C0-D0F3AC30E8B1}" destId="{11A5EA0A-517A-463B-9BA8-5EB54D7D10F8}" srcOrd="1" destOrd="0" parTransId="{E2B15CF1-464F-45CC-BFE4-6F0AA417C19E}" sibTransId="{4EA87785-B7B3-4F48-BB13-D91C5DEA8DC1}"/>
    <dgm:cxn modelId="{B155B91B-9223-4529-AD28-56F787F44EBE}" srcId="{800EE499-D129-484D-B5C0-D0F3AC30E8B1}" destId="{25EF8B53-4C57-43A4-9FE1-40C318A0AD88}" srcOrd="2" destOrd="0" parTransId="{62CE1C4C-AE05-4247-9728-BCA5F5CA780A}" sibTransId="{F463D266-32E5-414A-9781-DA46FFE60955}"/>
    <dgm:cxn modelId="{3966A0B1-E7F9-4381-9FD3-BAAB03314442}" type="presOf" srcId="{800EE499-D129-484D-B5C0-D0F3AC30E8B1}" destId="{3A30B1D0-F146-41C6-9373-8CC849B0566C}" srcOrd="0" destOrd="0" presId="urn:microsoft.com/office/officeart/2005/8/layout/vList3"/>
    <dgm:cxn modelId="{F68F7DE1-887D-4FDE-99CE-23FED3F39327}" type="presParOf" srcId="{3A30B1D0-F146-41C6-9373-8CC849B0566C}" destId="{65AAD8D9-A2BB-4BC0-ADC4-32A3E0934999}" srcOrd="0" destOrd="0" presId="urn:microsoft.com/office/officeart/2005/8/layout/vList3"/>
    <dgm:cxn modelId="{05D1D3D6-8897-4265-B10A-A58ACA05B2CA}" type="presParOf" srcId="{65AAD8D9-A2BB-4BC0-ADC4-32A3E0934999}" destId="{F8DF891C-0D10-4055-A8A8-3FC34ADEDC5B}" srcOrd="0" destOrd="0" presId="urn:microsoft.com/office/officeart/2005/8/layout/vList3"/>
    <dgm:cxn modelId="{A1D30245-9371-4440-ADA4-1270839024ED}" type="presParOf" srcId="{65AAD8D9-A2BB-4BC0-ADC4-32A3E0934999}" destId="{5D3E6026-A697-4D8F-84B5-C5321A8528B3}" srcOrd="1" destOrd="0" presId="urn:microsoft.com/office/officeart/2005/8/layout/vList3"/>
    <dgm:cxn modelId="{9FB1545A-7326-4537-800E-D49CE0F33325}" type="presOf" srcId="{BEB4A0DE-FB16-4C4F-8DEA-03570694B93A}" destId="{5D3E6026-A697-4D8F-84B5-C5321A8528B3}" srcOrd="0" destOrd="0" presId="urn:microsoft.com/office/officeart/2005/8/layout/vList3"/>
    <dgm:cxn modelId="{100F2E0E-150B-4461-9DAD-B534F23252E3}" type="presParOf" srcId="{3A30B1D0-F146-41C6-9373-8CC849B0566C}" destId="{01F33C7F-4C3C-42D3-8542-4BC345A10B4C}" srcOrd="1" destOrd="0" presId="urn:microsoft.com/office/officeart/2005/8/layout/vList3"/>
    <dgm:cxn modelId="{F95D2024-E2B9-4B8B-A88A-79A319B3B97C}" type="presOf" srcId="{66283CB7-69B8-41D5-A569-950515985F71}" destId="{01F33C7F-4C3C-42D3-8542-4BC345A10B4C}" srcOrd="0" destOrd="0" presId="urn:microsoft.com/office/officeart/2005/8/layout/vList3"/>
    <dgm:cxn modelId="{54948FDB-1E42-4F70-810E-C41B20D9E959}" type="presParOf" srcId="{3A30B1D0-F146-41C6-9373-8CC849B0566C}" destId="{5373068E-DCEB-4D3C-BFF1-43C34CE727FD}" srcOrd="2" destOrd="0" presId="urn:microsoft.com/office/officeart/2005/8/layout/vList3"/>
    <dgm:cxn modelId="{6A311BDF-A8F7-46D4-A851-6AA4CE3D522F}" type="presParOf" srcId="{5373068E-DCEB-4D3C-BFF1-43C34CE727FD}" destId="{48C23F44-CDC2-4998-B9C4-F737C51D3228}" srcOrd="0" destOrd="2" presId="urn:microsoft.com/office/officeart/2005/8/layout/vList3"/>
    <dgm:cxn modelId="{185FDBFA-4846-480D-9E27-470C4C654FA4}" type="presParOf" srcId="{5373068E-DCEB-4D3C-BFF1-43C34CE727FD}" destId="{DC27DDA6-73A4-45AF-8B52-70E594C6E063}" srcOrd="1" destOrd="2" presId="urn:microsoft.com/office/officeart/2005/8/layout/vList3"/>
    <dgm:cxn modelId="{8D18A19C-DA9E-47B3-A38B-28419F39AA8A}" type="presOf" srcId="{11A5EA0A-517A-463B-9BA8-5EB54D7D10F8}" destId="{DC27DDA6-73A4-45AF-8B52-70E594C6E063}" srcOrd="0" destOrd="0" presId="urn:microsoft.com/office/officeart/2005/8/layout/vList3"/>
    <dgm:cxn modelId="{5FE81A07-D163-43E4-ABBA-20BCFC546095}" type="presParOf" srcId="{3A30B1D0-F146-41C6-9373-8CC849B0566C}" destId="{1BD648EC-230D-47E1-A618-F93D265B0703}" srcOrd="3" destOrd="0" presId="urn:microsoft.com/office/officeart/2005/8/layout/vList3"/>
    <dgm:cxn modelId="{FEC13517-B03E-4397-87B2-5BCBF420D358}" type="presOf" srcId="{4EA87785-B7B3-4F48-BB13-D91C5DEA8DC1}" destId="{1BD648EC-230D-47E1-A618-F93D265B0703}" srcOrd="0" destOrd="0" presId="urn:microsoft.com/office/officeart/2005/8/layout/vList3"/>
    <dgm:cxn modelId="{0FF2FC24-7C66-441D-866A-DEA8EEC27D72}" type="presParOf" srcId="{3A30B1D0-F146-41C6-9373-8CC849B0566C}" destId="{7D4A810A-A6D4-47BA-AF8D-AB4F73C04080}" srcOrd="4" destOrd="0" presId="urn:microsoft.com/office/officeart/2005/8/layout/vList3"/>
    <dgm:cxn modelId="{4B34F203-9E3F-4A90-BF00-9F9354419E0A}" type="presParOf" srcId="{7D4A810A-A6D4-47BA-AF8D-AB4F73C04080}" destId="{69DE5637-6198-4292-ADFF-69DC2A063BC5}" srcOrd="0" destOrd="4" presId="urn:microsoft.com/office/officeart/2005/8/layout/vList3"/>
    <dgm:cxn modelId="{3BF93635-7D3F-4134-B044-305F619359B5}" type="presParOf" srcId="{7D4A810A-A6D4-47BA-AF8D-AB4F73C04080}" destId="{00C34D87-B2DD-493A-BAA2-1A14EA17DEB1}" srcOrd="1" destOrd="4" presId="urn:microsoft.com/office/officeart/2005/8/layout/vList3"/>
    <dgm:cxn modelId="{8C0F58D5-00D1-4E97-B0BB-110B62663EB9}" type="presOf" srcId="{25EF8B53-4C57-43A4-9FE1-40C318A0AD88}" destId="{00C34D87-B2DD-493A-BAA2-1A14EA17DEB1}" srcOrd="0" destOrd="0" presId="urn:microsoft.com/office/officeart/2005/8/layout/vList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E19B6C7-CBB6-48D9-ADE7-A6B5ECBC9A35}" type="doc">
      <dgm:prSet loTypeId="urn:microsoft.com/office/officeart/2005/8/layout/radial4" loCatId="relationship" qsTypeId="urn:microsoft.com/office/officeart/2005/8/quickstyle/simple1" qsCatId="simple" csTypeId="urn:microsoft.com/office/officeart/2005/8/colors/colorful5" csCatId="accent1" phldr="0"/>
      <dgm:spPr/>
      <dgm:t>
        <a:bodyPr/>
        <a:p>
          <a:endParaRPr lang="en-US"/>
        </a:p>
      </dgm:t>
    </dgm:pt>
    <dgm:pt modelId="{E2AAE795-EF57-4E98-8631-0B692121D828}">
      <dgm:prSet phldrT="[Text]" phldr="0" custT="0"/>
      <dgm:spPr/>
      <dgm:t>
        <a:bodyPr vert="horz" wrap="square"/>
        <a:p>
          <a:pPr>
            <a:lnSpc>
              <a:spcPct val="100000"/>
            </a:lnSpc>
            <a:spcBef>
              <a:spcPct val="0"/>
            </a:spcBef>
            <a:spcAft>
              <a:spcPct val="35000"/>
            </a:spcAft>
          </a:pPr>
          <a:r>
            <a:rPr lang="en-US"/>
            <a:t>Nguồn lực con người</a:t>
          </a:r>
          <a:endParaRPr lang="en-US"/>
        </a:p>
      </dgm:t>
    </dgm:pt>
    <dgm:pt modelId="{10E6E96C-1E3F-4C2F-9F10-217862FD780C}" cxnId="{2754C5FB-76E5-4CC5-AE5F-EDBBB9F5D33A}" type="parTrans">
      <dgm:prSet/>
      <dgm:spPr/>
      <dgm:t>
        <a:bodyPr/>
        <a:p>
          <a:endParaRPr lang="en-US"/>
        </a:p>
      </dgm:t>
    </dgm:pt>
    <dgm:pt modelId="{23FE1042-D4F0-4571-B6C5-4E01D848301F}" cxnId="{2754C5FB-76E5-4CC5-AE5F-EDBBB9F5D33A}" type="sibTrans">
      <dgm:prSet/>
      <dgm:spPr/>
      <dgm:t>
        <a:bodyPr/>
        <a:p>
          <a:endParaRPr lang="en-US"/>
        </a:p>
      </dgm:t>
    </dgm:pt>
    <dgm:pt modelId="{6348DD4B-840A-4F89-A904-7FC150CEC0DC}">
      <dgm:prSet phldrT="[Text]" phldr="0" custT="0"/>
      <dgm:spPr/>
      <dgm:t>
        <a:bodyPr vert="horz" wrap="square"/>
        <a:p>
          <a:pPr>
            <a:lnSpc>
              <a:spcPct val="100000"/>
            </a:lnSpc>
            <a:spcBef>
              <a:spcPct val="0"/>
            </a:spcBef>
            <a:spcAft>
              <a:spcPct val="35000"/>
            </a:spcAft>
          </a:pPr>
          <a:r>
            <a:rPr lang="en-US">
              <a:latin typeface="Tahoma" panose="020B0604030504040204" charset="0"/>
              <a:cs typeface="Tahoma" panose="020B0604030504040204" charset="0"/>
              <a:sym typeface="+mn-ea"/>
            </a:rPr>
            <a:t>Trình độ phát triển kinh tế xã hội của nhà nước</a:t>
          </a:r>
          <a:r>
            <a:rPr lang="en-US"/>
            <a:t/>
          </a:r>
          <a:endParaRPr lang="en-US"/>
        </a:p>
      </dgm:t>
    </dgm:pt>
    <dgm:pt modelId="{0E233BD5-9884-4F5D-9E97-1B5F02FFD0C8}" cxnId="{95DAF52F-9EBB-4880-9B1F-5D22F19B498F}" type="parTrans">
      <dgm:prSet/>
      <dgm:spPr/>
      <dgm:t>
        <a:bodyPr/>
        <a:p>
          <a:endParaRPr lang="en-US"/>
        </a:p>
      </dgm:t>
    </dgm:pt>
    <dgm:pt modelId="{31BC03A2-36B7-4DF3-98A2-0332B0F3298E}" cxnId="{95DAF52F-9EBB-4880-9B1F-5D22F19B498F}" type="sibTrans">
      <dgm:prSet/>
      <dgm:spPr/>
      <dgm:t>
        <a:bodyPr/>
        <a:p>
          <a:endParaRPr lang="en-US"/>
        </a:p>
      </dgm:t>
    </dgm:pt>
    <dgm:pt modelId="{76A171A4-C76E-42D3-AB19-4CFDD9463D3A}">
      <dgm:prSet phldrT="[Text]" phldr="0" custT="0"/>
      <dgm:spPr/>
      <dgm:t>
        <a:bodyPr vert="horz" wrap="square"/>
        <a:p>
          <a:pPr>
            <a:lnSpc>
              <a:spcPct val="100000"/>
            </a:lnSpc>
            <a:spcBef>
              <a:spcPct val="0"/>
            </a:spcBef>
            <a:spcAft>
              <a:spcPct val="35000"/>
            </a:spcAft>
          </a:pPr>
          <a:r>
            <a:rPr lang="en-US">
              <a:latin typeface="Tahoma" panose="020B0604030504040204" charset="0"/>
              <a:cs typeface="Tahoma" panose="020B0604030504040204" charset="0"/>
              <a:sym typeface="+mn-ea"/>
            </a:rPr>
            <a:t>Trình độ công nghệ</a:t>
          </a:r>
          <a:r>
            <a:rPr lang="en-US"/>
            <a:t/>
          </a:r>
          <a:endParaRPr lang="en-US"/>
        </a:p>
      </dgm:t>
    </dgm:pt>
    <dgm:pt modelId="{9B36E1CF-4484-43FA-8092-3B390A9EFAE6}" cxnId="{9FA84417-3207-4754-8A26-DDF87BD3F976}" type="parTrans">
      <dgm:prSet/>
      <dgm:spPr/>
      <dgm:t>
        <a:bodyPr/>
        <a:p>
          <a:endParaRPr lang="en-US"/>
        </a:p>
      </dgm:t>
    </dgm:pt>
    <dgm:pt modelId="{795AADD0-BC42-4B97-A6CE-CAEE070B0743}" cxnId="{9FA84417-3207-4754-8A26-DDF87BD3F976}" type="sibTrans">
      <dgm:prSet/>
      <dgm:spPr/>
      <dgm:t>
        <a:bodyPr/>
        <a:p>
          <a:endParaRPr lang="en-US"/>
        </a:p>
      </dgm:t>
    </dgm:pt>
    <dgm:pt modelId="{5B9437E5-5A0E-475F-9971-8D0BA4212AAB}">
      <dgm:prSet phldrT="[Text]" phldr="0" custT="0"/>
      <dgm:spPr/>
      <dgm:t>
        <a:bodyPr vert="horz" wrap="square"/>
        <a:p>
          <a:pPr>
            <a:lnSpc>
              <a:spcPct val="100000"/>
            </a:lnSpc>
            <a:spcBef>
              <a:spcPct val="0"/>
            </a:spcBef>
            <a:spcAft>
              <a:spcPct val="35000"/>
            </a:spcAft>
          </a:pPr>
          <a:r>
            <a:rPr lang="en-US">
              <a:latin typeface="Tahoma" panose="020B0604030504040204" charset="0"/>
              <a:cs typeface="Tahoma" panose="020B0604030504040204" charset="0"/>
              <a:sym typeface="+mn-ea"/>
            </a:rPr>
            <a:t>Giáo dục đào tạo</a:t>
          </a:r>
          <a:r>
            <a:rPr lang="en-US"/>
            <a:t/>
          </a:r>
          <a:endParaRPr lang="en-US"/>
        </a:p>
      </dgm:t>
    </dgm:pt>
    <dgm:pt modelId="{65BD2C9D-61F1-4383-A458-CD776C5EEAD2}" cxnId="{5F9DACB0-195A-4F5E-B2AA-DD72BAF08942}" type="parTrans">
      <dgm:prSet/>
      <dgm:spPr/>
      <dgm:t>
        <a:bodyPr/>
        <a:p>
          <a:endParaRPr lang="en-US"/>
        </a:p>
      </dgm:t>
    </dgm:pt>
    <dgm:pt modelId="{5598244B-3BD9-4E0F-B997-DB6DC60AB491}" cxnId="{5F9DACB0-195A-4F5E-B2AA-DD72BAF08942}" type="sibTrans">
      <dgm:prSet/>
      <dgm:spPr/>
      <dgm:t>
        <a:bodyPr/>
        <a:p>
          <a:endParaRPr lang="en-US"/>
        </a:p>
      </dgm:t>
    </dgm:pt>
    <dgm:pt modelId="{747F9891-CEE1-43AB-8EE5-7E40216C913A}" type="pres">
      <dgm:prSet presAssocID="{AE19B6C7-CBB6-48D9-ADE7-A6B5ECBC9A35}" presName="cycle" presStyleCnt="0">
        <dgm:presLayoutVars>
          <dgm:chMax val="1"/>
          <dgm:dir/>
          <dgm:animLvl val="ctr"/>
          <dgm:resizeHandles val="exact"/>
        </dgm:presLayoutVars>
      </dgm:prSet>
      <dgm:spPr/>
    </dgm:pt>
    <dgm:pt modelId="{54453CD1-FF23-4524-943E-431778D0731A}" type="pres">
      <dgm:prSet presAssocID="{E2AAE795-EF57-4E98-8631-0B692121D828}" presName="centerShape" presStyleLbl="node0" presStyleIdx="0" presStyleCnt="1"/>
      <dgm:spPr/>
    </dgm:pt>
    <dgm:pt modelId="{9C58A270-6BFB-4A80-BD75-EC7DEC81C33A}" type="pres">
      <dgm:prSet presAssocID="{0E233BD5-9884-4F5D-9E97-1B5F02FFD0C8}" presName="parTrans" presStyleLbl="bgSibTrans2D1" presStyleIdx="0" presStyleCnt="3"/>
      <dgm:spPr/>
    </dgm:pt>
    <dgm:pt modelId="{E98795DF-0FF8-4985-995B-A03C42B6D83C}" type="pres">
      <dgm:prSet presAssocID="{6348DD4B-840A-4F89-A904-7FC150CEC0DC}" presName="node" presStyleLbl="node1" presStyleIdx="0" presStyleCnt="3">
        <dgm:presLayoutVars>
          <dgm:bulletEnabled val="1"/>
        </dgm:presLayoutVars>
      </dgm:prSet>
      <dgm:spPr/>
    </dgm:pt>
    <dgm:pt modelId="{C3FC8966-57FE-4C8D-8903-BE205CE2B0C7}" type="pres">
      <dgm:prSet presAssocID="{9B36E1CF-4484-43FA-8092-3B390A9EFAE6}" presName="parTrans" presStyleLbl="bgSibTrans2D1" presStyleIdx="1" presStyleCnt="3"/>
      <dgm:spPr/>
    </dgm:pt>
    <dgm:pt modelId="{8E6AB0A7-29E6-43B7-8986-94ED54DD84F2}" type="pres">
      <dgm:prSet presAssocID="{76A171A4-C76E-42D3-AB19-4CFDD9463D3A}" presName="node" presStyleLbl="node1" presStyleIdx="1" presStyleCnt="3">
        <dgm:presLayoutVars>
          <dgm:bulletEnabled val="1"/>
        </dgm:presLayoutVars>
      </dgm:prSet>
      <dgm:spPr/>
    </dgm:pt>
    <dgm:pt modelId="{BFA06A25-8FBD-462A-89DD-319C63D87AB3}" type="pres">
      <dgm:prSet presAssocID="{65BD2C9D-61F1-4383-A458-CD776C5EEAD2}" presName="parTrans" presStyleLbl="bgSibTrans2D1" presStyleIdx="2" presStyleCnt="3"/>
      <dgm:spPr/>
    </dgm:pt>
    <dgm:pt modelId="{BED05D0C-89EC-4FB5-B846-1333FE6AC185}" type="pres">
      <dgm:prSet presAssocID="{5B9437E5-5A0E-475F-9971-8D0BA4212AAB}" presName="node" presStyleLbl="node1" presStyleIdx="2" presStyleCnt="3">
        <dgm:presLayoutVars>
          <dgm:bulletEnabled val="1"/>
        </dgm:presLayoutVars>
      </dgm:prSet>
      <dgm:spPr/>
    </dgm:pt>
  </dgm:ptLst>
  <dgm:cxnLst>
    <dgm:cxn modelId="{2754C5FB-76E5-4CC5-AE5F-EDBBB9F5D33A}" srcId="{AE19B6C7-CBB6-48D9-ADE7-A6B5ECBC9A35}" destId="{E2AAE795-EF57-4E98-8631-0B692121D828}" srcOrd="0" destOrd="0" parTransId="{10E6E96C-1E3F-4C2F-9F10-217862FD780C}" sibTransId="{23FE1042-D4F0-4571-B6C5-4E01D848301F}"/>
    <dgm:cxn modelId="{95DAF52F-9EBB-4880-9B1F-5D22F19B498F}" srcId="{E2AAE795-EF57-4E98-8631-0B692121D828}" destId="{6348DD4B-840A-4F89-A904-7FC150CEC0DC}" srcOrd="0" destOrd="0" parTransId="{0E233BD5-9884-4F5D-9E97-1B5F02FFD0C8}" sibTransId="{31BC03A2-36B7-4DF3-98A2-0332B0F3298E}"/>
    <dgm:cxn modelId="{9FA84417-3207-4754-8A26-DDF87BD3F976}" srcId="{E2AAE795-EF57-4E98-8631-0B692121D828}" destId="{76A171A4-C76E-42D3-AB19-4CFDD9463D3A}" srcOrd="1" destOrd="0" parTransId="{9B36E1CF-4484-43FA-8092-3B390A9EFAE6}" sibTransId="{795AADD0-BC42-4B97-A6CE-CAEE070B0743}"/>
    <dgm:cxn modelId="{5F9DACB0-195A-4F5E-B2AA-DD72BAF08942}" srcId="{E2AAE795-EF57-4E98-8631-0B692121D828}" destId="{5B9437E5-5A0E-475F-9971-8D0BA4212AAB}" srcOrd="2" destOrd="0" parTransId="{65BD2C9D-61F1-4383-A458-CD776C5EEAD2}" sibTransId="{5598244B-3BD9-4E0F-B997-DB6DC60AB491}"/>
    <dgm:cxn modelId="{54B57B68-1500-4C9F-812D-D0C4112E7E65}" type="presOf" srcId="{AE19B6C7-CBB6-48D9-ADE7-A6B5ECBC9A35}" destId="{747F9891-CEE1-43AB-8EE5-7E40216C913A}" srcOrd="0" destOrd="0" presId="urn:microsoft.com/office/officeart/2005/8/layout/radial4"/>
    <dgm:cxn modelId="{A6993129-65AC-4716-9EC3-34FD47BDF262}" type="presParOf" srcId="{747F9891-CEE1-43AB-8EE5-7E40216C913A}" destId="{54453CD1-FF23-4524-943E-431778D0731A}" srcOrd="0" destOrd="0" presId="urn:microsoft.com/office/officeart/2005/8/layout/radial4"/>
    <dgm:cxn modelId="{1154B2B5-2893-4556-819B-55DCD99A3F31}" type="presOf" srcId="{E2AAE795-EF57-4E98-8631-0B692121D828}" destId="{54453CD1-FF23-4524-943E-431778D0731A}" srcOrd="0" destOrd="0" presId="urn:microsoft.com/office/officeart/2005/8/layout/radial4"/>
    <dgm:cxn modelId="{6C264E27-0476-4B6C-941E-427C443C4D92}" type="presParOf" srcId="{747F9891-CEE1-43AB-8EE5-7E40216C913A}" destId="{9C58A270-6BFB-4A80-BD75-EC7DEC81C33A}" srcOrd="1" destOrd="0" presId="urn:microsoft.com/office/officeart/2005/8/layout/radial4"/>
    <dgm:cxn modelId="{6573C2C3-4F40-4714-9A6A-359A745EDC7B}" type="presOf" srcId="{0E233BD5-9884-4F5D-9E97-1B5F02FFD0C8}" destId="{9C58A270-6BFB-4A80-BD75-EC7DEC81C33A}" srcOrd="0" destOrd="0" presId="urn:microsoft.com/office/officeart/2005/8/layout/radial4"/>
    <dgm:cxn modelId="{B1456426-D082-42D6-8F98-0176AA8D1BCB}" type="presParOf" srcId="{747F9891-CEE1-43AB-8EE5-7E40216C913A}" destId="{E98795DF-0FF8-4985-995B-A03C42B6D83C}" srcOrd="2" destOrd="0" presId="urn:microsoft.com/office/officeart/2005/8/layout/radial4"/>
    <dgm:cxn modelId="{867DB814-5AA9-4736-9040-697F5999EDFD}" type="presOf" srcId="{6348DD4B-840A-4F89-A904-7FC150CEC0DC}" destId="{E98795DF-0FF8-4985-995B-A03C42B6D83C}" srcOrd="0" destOrd="0" presId="urn:microsoft.com/office/officeart/2005/8/layout/radial4"/>
    <dgm:cxn modelId="{2F5B4846-87F1-4560-9B3B-B7F5265F5CFC}" type="presParOf" srcId="{747F9891-CEE1-43AB-8EE5-7E40216C913A}" destId="{C3FC8966-57FE-4C8D-8903-BE205CE2B0C7}" srcOrd="3" destOrd="0" presId="urn:microsoft.com/office/officeart/2005/8/layout/radial4"/>
    <dgm:cxn modelId="{F9B5C22C-D039-443B-BDB5-853A08BAF700}" type="presOf" srcId="{9B36E1CF-4484-43FA-8092-3B390A9EFAE6}" destId="{C3FC8966-57FE-4C8D-8903-BE205CE2B0C7}" srcOrd="0" destOrd="0" presId="urn:microsoft.com/office/officeart/2005/8/layout/radial4"/>
    <dgm:cxn modelId="{D1041D4B-1045-4E83-96E0-17C18F845969}" type="presParOf" srcId="{747F9891-CEE1-43AB-8EE5-7E40216C913A}" destId="{8E6AB0A7-29E6-43B7-8986-94ED54DD84F2}" srcOrd="4" destOrd="0" presId="urn:microsoft.com/office/officeart/2005/8/layout/radial4"/>
    <dgm:cxn modelId="{ACAA0B0A-DDDA-4F02-AE5D-99C7027B8DF2}" type="presOf" srcId="{76A171A4-C76E-42D3-AB19-4CFDD9463D3A}" destId="{8E6AB0A7-29E6-43B7-8986-94ED54DD84F2}" srcOrd="0" destOrd="0" presId="urn:microsoft.com/office/officeart/2005/8/layout/radial4"/>
    <dgm:cxn modelId="{D0D5F8FE-D277-490D-B258-867A70B9C6E4}" type="presParOf" srcId="{747F9891-CEE1-43AB-8EE5-7E40216C913A}" destId="{BFA06A25-8FBD-462A-89DD-319C63D87AB3}" srcOrd="5" destOrd="0" presId="urn:microsoft.com/office/officeart/2005/8/layout/radial4"/>
    <dgm:cxn modelId="{A802C679-A462-40EA-B4A5-47D0C511FFBC}" type="presOf" srcId="{65BD2C9D-61F1-4383-A458-CD776C5EEAD2}" destId="{BFA06A25-8FBD-462A-89DD-319C63D87AB3}" srcOrd="0" destOrd="0" presId="urn:microsoft.com/office/officeart/2005/8/layout/radial4"/>
    <dgm:cxn modelId="{71E6C579-7219-4DFE-8DDA-BA7B88BC90B8}" type="presParOf" srcId="{747F9891-CEE1-43AB-8EE5-7E40216C913A}" destId="{BED05D0C-89EC-4FB5-B846-1333FE6AC185}" srcOrd="6" destOrd="0" presId="urn:microsoft.com/office/officeart/2005/8/layout/radial4"/>
    <dgm:cxn modelId="{2C4061C7-7102-40D3-99C1-A0DA4BA79D3A}" type="presOf" srcId="{5B9437E5-5A0E-475F-9971-8D0BA4212AAB}" destId="{BED05D0C-89EC-4FB5-B846-1333FE6AC185}" srcOrd="0" destOrd="0" presId="urn:microsoft.com/office/officeart/2005/8/layout/radial4"/>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0C3FF9A-D14D-4FEF-AB1B-9A37301A6284}" type="doc">
      <dgm:prSet loTypeId="urn:microsoft.com/office/officeart/2005/8/layout/arrow2" loCatId="process" qsTypeId="urn:microsoft.com/office/officeart/2005/8/quickstyle/simple1" qsCatId="simple" csTypeId="urn:microsoft.com/office/officeart/2005/8/colors/accent1_2" csCatId="accent1" phldr="0"/>
      <dgm:spPr/>
    </dgm:pt>
    <dgm:pt modelId="{1034FEB5-A03A-4CA2-A076-E8EC6ED5FE3D}">
      <dgm:prSet phldrT="[Text]" phldr="0" custT="0"/>
      <dgm:spPr/>
      <dgm:t>
        <a:bodyPr vert="horz" wrap="square"/>
        <a:p>
          <a:pPr>
            <a:lnSpc>
              <a:spcPct val="100000"/>
            </a:lnSpc>
            <a:spcBef>
              <a:spcPct val="0"/>
            </a:spcBef>
            <a:spcAft>
              <a:spcPct val="35000"/>
            </a:spcAft>
          </a:pPr>
          <a:r>
            <a:rPr lang="en-US"/>
            <a:t> </a:t>
          </a:r>
          <a:r>
            <a:rPr lang="en-US"/>
            <a:t/>
          </a:r>
          <a:endParaRPr lang="en-US"/>
        </a:p>
      </dgm:t>
    </dgm:pt>
    <dgm:pt modelId="{02FFF727-8F6D-4C0C-8965-23714FFE0D46}" cxnId="{ED4208FF-8713-438A-B816-D24D52FFE873}" type="parTrans">
      <dgm:prSet/>
      <dgm:spPr/>
    </dgm:pt>
    <dgm:pt modelId="{27627A2C-C31B-48C3-8561-218EEA6BB751}" cxnId="{ED4208FF-8713-438A-B816-D24D52FFE873}" type="sibTrans">
      <dgm:prSet/>
      <dgm:spPr/>
    </dgm:pt>
    <dgm:pt modelId="{07804D65-B857-43DC-8AF8-F5310C8A9254}">
      <dgm:prSet phldrT="[Text]" phldr="0" custT="0"/>
      <dgm:spPr/>
      <dgm:t>
        <a:bodyPr vert="horz" wrap="square"/>
        <a:p>
          <a:pPr>
            <a:lnSpc>
              <a:spcPct val="100000"/>
            </a:lnSpc>
            <a:spcBef>
              <a:spcPct val="0"/>
            </a:spcBef>
            <a:spcAft>
              <a:spcPct val="35000"/>
            </a:spcAft>
          </a:pPr>
          <a:r>
            <a:rPr lang="en-US"/>
            <a:t> </a:t>
          </a:r>
          <a:r>
            <a:rPr lang="en-US"/>
            <a:t/>
          </a:r>
          <a:endParaRPr lang="en-US"/>
        </a:p>
      </dgm:t>
    </dgm:pt>
    <dgm:pt modelId="{B0C8065F-D400-41C9-B576-EDC25611F23D}" cxnId="{301F6109-D1A9-45AB-A629-CB346922C5F6}" type="parTrans">
      <dgm:prSet/>
      <dgm:spPr/>
    </dgm:pt>
    <dgm:pt modelId="{033D64D5-CC10-4917-BAD2-C3D556F9C854}" cxnId="{301F6109-D1A9-45AB-A629-CB346922C5F6}" type="sibTrans">
      <dgm:prSet/>
      <dgm:spPr/>
    </dgm:pt>
    <dgm:pt modelId="{8606FE70-AF6E-4175-8F14-FE0F24E767EB}">
      <dgm:prSet phldrT="[Text]" phldr="0" custT="0"/>
      <dgm:spPr/>
      <dgm:t>
        <a:bodyPr vert="horz" wrap="square"/>
        <a:p>
          <a:pPr>
            <a:lnSpc>
              <a:spcPct val="100000"/>
            </a:lnSpc>
            <a:spcBef>
              <a:spcPct val="0"/>
            </a:spcBef>
            <a:spcAft>
              <a:spcPct val="35000"/>
            </a:spcAft>
          </a:pPr>
          <a:r>
            <a:rPr lang="en-US"/>
            <a:t> </a:t>
          </a:r>
          <a:r>
            <a:rPr lang="en-US"/>
            <a:t/>
          </a:r>
          <a:endParaRPr lang="en-US"/>
        </a:p>
      </dgm:t>
    </dgm:pt>
    <dgm:pt modelId="{A7135B97-5F0E-4193-8AE0-86BE29E17076}" cxnId="{F7275D88-A257-4F0C-A9F1-764E3BB7FC80}" type="parTrans">
      <dgm:prSet/>
      <dgm:spPr/>
    </dgm:pt>
    <dgm:pt modelId="{BE7B0713-70AB-4DA3-B6EB-D54F04680FC9}" cxnId="{F7275D88-A257-4F0C-A9F1-764E3BB7FC80}" type="sibTrans">
      <dgm:prSet/>
      <dgm:spPr/>
    </dgm:pt>
    <dgm:pt modelId="{559C2B3A-379F-4C35-A339-5499CB042C33}" type="pres">
      <dgm:prSet presAssocID="{00C3FF9A-D14D-4FEF-AB1B-9A37301A6284}" presName="arrowDiagram" presStyleCnt="0">
        <dgm:presLayoutVars>
          <dgm:chMax val="5"/>
          <dgm:dir/>
          <dgm:resizeHandles val="exact"/>
        </dgm:presLayoutVars>
      </dgm:prSet>
      <dgm:spPr/>
    </dgm:pt>
    <dgm:pt modelId="{A7714133-905D-4994-BEED-F8C5B479726D}" type="pres">
      <dgm:prSet presAssocID="{00C3FF9A-D14D-4FEF-AB1B-9A37301A6284}" presName="arrow" presStyleLbl="bgShp" presStyleIdx="0" presStyleCnt="1"/>
      <dgm:spPr/>
    </dgm:pt>
    <dgm:pt modelId="{052832B6-721F-41BC-BB07-0E7200FF9BB3}" type="pres">
      <dgm:prSet presAssocID="{00C3FF9A-D14D-4FEF-AB1B-9A37301A6284}" presName="arrowDiagram3" presStyleCnt="0"/>
      <dgm:spPr/>
    </dgm:pt>
    <dgm:pt modelId="{CE869124-7AF6-4161-807B-EED43EBB4DDA}" type="pres">
      <dgm:prSet presAssocID="{1034FEB5-A03A-4CA2-A076-E8EC6ED5FE3D}" presName="bullet3a" presStyleLbl="node1" presStyleIdx="0" presStyleCnt="3"/>
      <dgm:spPr/>
    </dgm:pt>
    <dgm:pt modelId="{BA26A4E9-4AE2-42DB-AE25-A9132A5F87A8}" type="pres">
      <dgm:prSet presAssocID="{1034FEB5-A03A-4CA2-A076-E8EC6ED5FE3D}" presName="textBox3a" presStyleLbl="revTx" presStyleIdx="0" presStyleCnt="3">
        <dgm:presLayoutVars>
          <dgm:bulletEnabled val="1"/>
        </dgm:presLayoutVars>
      </dgm:prSet>
      <dgm:spPr/>
    </dgm:pt>
    <dgm:pt modelId="{133B1644-2587-4D7F-B67D-6D81855D4046}" type="pres">
      <dgm:prSet presAssocID="{07804D65-B857-43DC-8AF8-F5310C8A9254}" presName="bullet3b" presStyleLbl="node1" presStyleIdx="1" presStyleCnt="3"/>
      <dgm:spPr/>
    </dgm:pt>
    <dgm:pt modelId="{EBBDF3BA-41CE-430B-B3E9-E71FAE47D0E3}" type="pres">
      <dgm:prSet presAssocID="{07804D65-B857-43DC-8AF8-F5310C8A9254}" presName="textBox3b" presStyleLbl="revTx" presStyleIdx="1" presStyleCnt="3">
        <dgm:presLayoutVars>
          <dgm:bulletEnabled val="1"/>
        </dgm:presLayoutVars>
      </dgm:prSet>
      <dgm:spPr/>
    </dgm:pt>
    <dgm:pt modelId="{61ECD666-B2E5-46DC-8842-3B7561C8DC34}" type="pres">
      <dgm:prSet presAssocID="{8606FE70-AF6E-4175-8F14-FE0F24E767EB}" presName="bullet3c" presStyleLbl="node1" presStyleIdx="2" presStyleCnt="3"/>
      <dgm:spPr/>
    </dgm:pt>
    <dgm:pt modelId="{DF0CDB76-03D3-4BEF-AA13-668011A3FA1A}" type="pres">
      <dgm:prSet presAssocID="{8606FE70-AF6E-4175-8F14-FE0F24E767EB}" presName="textBox3c" presStyleLbl="revTx" presStyleIdx="2" presStyleCnt="3">
        <dgm:presLayoutVars>
          <dgm:bulletEnabled val="1"/>
        </dgm:presLayoutVars>
      </dgm:prSet>
      <dgm:spPr/>
    </dgm:pt>
  </dgm:ptLst>
  <dgm:cxnLst>
    <dgm:cxn modelId="{ED4208FF-8713-438A-B816-D24D52FFE873}" srcId="{00C3FF9A-D14D-4FEF-AB1B-9A37301A6284}" destId="{1034FEB5-A03A-4CA2-A076-E8EC6ED5FE3D}" srcOrd="0" destOrd="0" parTransId="{02FFF727-8F6D-4C0C-8965-23714FFE0D46}" sibTransId="{27627A2C-C31B-48C3-8561-218EEA6BB751}"/>
    <dgm:cxn modelId="{301F6109-D1A9-45AB-A629-CB346922C5F6}" srcId="{00C3FF9A-D14D-4FEF-AB1B-9A37301A6284}" destId="{07804D65-B857-43DC-8AF8-F5310C8A9254}" srcOrd="1" destOrd="0" parTransId="{B0C8065F-D400-41C9-B576-EDC25611F23D}" sibTransId="{033D64D5-CC10-4917-BAD2-C3D556F9C854}"/>
    <dgm:cxn modelId="{F7275D88-A257-4F0C-A9F1-764E3BB7FC80}" srcId="{00C3FF9A-D14D-4FEF-AB1B-9A37301A6284}" destId="{8606FE70-AF6E-4175-8F14-FE0F24E767EB}" srcOrd="2" destOrd="0" parTransId="{A7135B97-5F0E-4193-8AE0-86BE29E17076}" sibTransId="{BE7B0713-70AB-4DA3-B6EB-D54F04680FC9}"/>
    <dgm:cxn modelId="{2FB147EF-44D1-4CB0-8AA7-858AEF0B160C}" type="presOf" srcId="{00C3FF9A-D14D-4FEF-AB1B-9A37301A6284}" destId="{559C2B3A-379F-4C35-A339-5499CB042C33}" srcOrd="0" destOrd="0" presId="urn:microsoft.com/office/officeart/2005/8/layout/arrow2"/>
    <dgm:cxn modelId="{4634289D-5931-4279-8E8F-1187448C11FC}" type="presParOf" srcId="{559C2B3A-379F-4C35-A339-5499CB042C33}" destId="{A7714133-905D-4994-BEED-F8C5B479726D}" srcOrd="0" destOrd="0" presId="urn:microsoft.com/office/officeart/2005/8/layout/arrow2"/>
    <dgm:cxn modelId="{2A1CA9DE-FB65-4C1C-8FDF-41949A8CBC7F}" type="presParOf" srcId="{559C2B3A-379F-4C35-A339-5499CB042C33}" destId="{052832B6-721F-41BC-BB07-0E7200FF9BB3}" srcOrd="1" destOrd="0" presId="urn:microsoft.com/office/officeart/2005/8/layout/arrow2"/>
    <dgm:cxn modelId="{DF563443-18E4-4CA9-B808-A23C9E3DCAF0}" type="presParOf" srcId="{052832B6-721F-41BC-BB07-0E7200FF9BB3}" destId="{CE869124-7AF6-4161-807B-EED43EBB4DDA}" srcOrd="0" destOrd="1" presId="urn:microsoft.com/office/officeart/2005/8/layout/arrow2"/>
    <dgm:cxn modelId="{AC93D44D-7D3A-497E-883C-630291B30C97}" type="presParOf" srcId="{052832B6-721F-41BC-BB07-0E7200FF9BB3}" destId="{BA26A4E9-4AE2-42DB-AE25-A9132A5F87A8}" srcOrd="1" destOrd="1" presId="urn:microsoft.com/office/officeart/2005/8/layout/arrow2"/>
    <dgm:cxn modelId="{4AEB988F-6D18-4CEE-902D-B88781A5A99D}" type="presOf" srcId="{1034FEB5-A03A-4CA2-A076-E8EC6ED5FE3D}" destId="{BA26A4E9-4AE2-42DB-AE25-A9132A5F87A8}" srcOrd="0" destOrd="0" presId="urn:microsoft.com/office/officeart/2005/8/layout/arrow2"/>
    <dgm:cxn modelId="{3A7E6EAE-BC37-4008-A35B-59CC31EC1E51}" type="presParOf" srcId="{052832B6-721F-41BC-BB07-0E7200FF9BB3}" destId="{133B1644-2587-4D7F-B67D-6D81855D4046}" srcOrd="2" destOrd="1" presId="urn:microsoft.com/office/officeart/2005/8/layout/arrow2"/>
    <dgm:cxn modelId="{C2DCB1E6-BA51-42FD-881C-7E777FE93E55}" type="presParOf" srcId="{052832B6-721F-41BC-BB07-0E7200FF9BB3}" destId="{EBBDF3BA-41CE-430B-B3E9-E71FAE47D0E3}" srcOrd="3" destOrd="1" presId="urn:microsoft.com/office/officeart/2005/8/layout/arrow2"/>
    <dgm:cxn modelId="{BF46747D-CBE1-4E26-9C12-26A6C0CAAE59}" type="presOf" srcId="{07804D65-B857-43DC-8AF8-F5310C8A9254}" destId="{EBBDF3BA-41CE-430B-B3E9-E71FAE47D0E3}" srcOrd="0" destOrd="0" presId="urn:microsoft.com/office/officeart/2005/8/layout/arrow2"/>
    <dgm:cxn modelId="{501C46B7-9C9A-49D0-AA9A-C403FAB987D3}" type="presParOf" srcId="{052832B6-721F-41BC-BB07-0E7200FF9BB3}" destId="{61ECD666-B2E5-46DC-8842-3B7561C8DC34}" srcOrd="4" destOrd="1" presId="urn:microsoft.com/office/officeart/2005/8/layout/arrow2"/>
    <dgm:cxn modelId="{8BE0F52F-66C7-4173-AFB6-F6B12CCA4B22}" type="presParOf" srcId="{052832B6-721F-41BC-BB07-0E7200FF9BB3}" destId="{DF0CDB76-03D3-4BEF-AA13-668011A3FA1A}" srcOrd="5" destOrd="1" presId="urn:microsoft.com/office/officeart/2005/8/layout/arrow2"/>
    <dgm:cxn modelId="{58B4FB3D-E085-4DC2-A90C-F9F6929A9CB3}" type="presOf" srcId="{8606FE70-AF6E-4175-8F14-FE0F24E767EB}" destId="{DF0CDB76-03D3-4BEF-AA13-668011A3FA1A}" srcOrd="0" destOrd="0" presId="urn:microsoft.com/office/officeart/2005/8/layout/arrow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524490" cy="4712335"/>
        <a:chOff x="0" y="0"/>
        <a:chExt cx="10524490" cy="4712335"/>
      </a:xfrm>
    </dsp:grpSpPr>
    <dsp:sp modelId="{5D3E6026-A697-4D8F-84B5-C5321A8528B3}">
      <dsp:nvSpPr>
        <dsp:cNvPr id="4" name="Pentagon 3"/>
        <dsp:cNvSpPr/>
      </dsp:nvSpPr>
      <dsp:spPr bwMode="white">
        <a:xfrm rot="10800000">
          <a:off x="2099447" y="0"/>
          <a:ext cx="6998786" cy="1346381"/>
        </a:xfrm>
        <a:prstGeom prst="homePlate">
          <a:avLst/>
        </a:prstGeom>
      </dsp:spPr>
      <dsp:style>
        <a:lnRef idx="0">
          <a:schemeClr val="lt1"/>
        </a:lnRef>
        <a:fillRef idx="3">
          <a:schemeClr val="accent1"/>
        </a:fillRef>
        <a:effectRef idx="3">
          <a:scrgbClr r="0" g="0" b="0"/>
        </a:effectRef>
        <a:fontRef idx="minor">
          <a:schemeClr val="lt1"/>
        </a:fontRef>
      </dsp:style>
      <dsp:txBody>
        <a:bodyPr rot="10800000" vert="horz" wrap="square" lIns="593716" tIns="95250" rIns="177800" bIns="952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gn="just">
            <a:lnSpc>
              <a:spcPct val="100000"/>
            </a:lnSpc>
            <a:spcBef>
              <a:spcPct val="0"/>
            </a:spcBef>
            <a:spcAft>
              <a:spcPct val="35000"/>
            </a:spcAft>
          </a:pPr>
          <a:r>
            <a:rPr lang="en-US">
              <a:sym typeface="+mn-ea"/>
            </a:rPr>
            <a:t>Khái niệm về nguồn lực con người</a:t>
          </a:r>
          <a:endParaRPr lang="en-US"/>
        </a:p>
      </dsp:txBody>
      <dsp:txXfrm rot="10800000">
        <a:off x="2099447" y="0"/>
        <a:ext cx="6998786" cy="1346381"/>
      </dsp:txXfrm>
    </dsp:sp>
    <dsp:sp modelId="{F8DF891C-0D10-4055-A8A8-3FC34ADEDC5B}">
      <dsp:nvSpPr>
        <dsp:cNvPr id="3" name="Oval 2"/>
        <dsp:cNvSpPr/>
      </dsp:nvSpPr>
      <dsp:spPr bwMode="white">
        <a:xfrm>
          <a:off x="1426257" y="0"/>
          <a:ext cx="1346381" cy="1346381"/>
        </a:xfrm>
        <a:prstGeom prst="ellipse">
          <a:avLst/>
        </a:prstGeom>
        <a:blipFill>
          <a:blip r:embed="rId1"/>
          <a:stretch>
            <a:fillRect/>
          </a:stretch>
        </a:blipFill>
      </dsp:spPr>
      <dsp:style>
        <a:lnRef idx="0">
          <a:schemeClr val="lt1"/>
        </a:lnRef>
        <a:fillRef idx="1">
          <a:schemeClr val="accent1">
            <a:tint val="50000"/>
          </a:schemeClr>
        </a:fillRef>
        <a:effectRef idx="3">
          <a:scrgbClr r="0" g="0" b="0"/>
        </a:effectRef>
        <a:fontRef idx="minor"/>
      </dsp:style>
      <dsp:txXfrm>
        <a:off x="1426257" y="0"/>
        <a:ext cx="1346381" cy="1346381"/>
      </dsp:txXfrm>
    </dsp:sp>
    <dsp:sp modelId="{DC27DDA6-73A4-45AF-8B52-70E594C6E063}">
      <dsp:nvSpPr>
        <dsp:cNvPr id="6" name="Pentagon 5"/>
        <dsp:cNvSpPr/>
      </dsp:nvSpPr>
      <dsp:spPr bwMode="white">
        <a:xfrm rot="10800000">
          <a:off x="2099447" y="1682977"/>
          <a:ext cx="6998786" cy="1346381"/>
        </a:xfrm>
        <a:prstGeom prst="homePlate">
          <a:avLst/>
        </a:prstGeom>
      </dsp:spPr>
      <dsp:style>
        <a:lnRef idx="0">
          <a:schemeClr val="lt1"/>
        </a:lnRef>
        <a:fillRef idx="3">
          <a:schemeClr val="accent1"/>
        </a:fillRef>
        <a:effectRef idx="3">
          <a:scrgbClr r="0" g="0" b="0"/>
        </a:effectRef>
        <a:fontRef idx="minor">
          <a:schemeClr val="lt1"/>
        </a:fontRef>
      </dsp:style>
      <dsp:txBody>
        <a:bodyPr rot="10800000" vert="horz" wrap="square" lIns="593716" tIns="95250" rIns="177800" bIns="952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gn="just">
            <a:lnSpc>
              <a:spcPct val="100000"/>
            </a:lnSpc>
            <a:spcBef>
              <a:spcPct val="0"/>
            </a:spcBef>
            <a:spcAft>
              <a:spcPct val="35000"/>
            </a:spcAft>
          </a:pPr>
          <a:r>
            <a:rPr>
              <a:sym typeface="+mn-ea"/>
            </a:rPr>
            <a:t>C</a:t>
          </a:r>
          <a:r>
            <a:rPr lang="en-US">
              <a:sym typeface="+mn-ea"/>
            </a:rPr>
            <a:t>ác nhân tố ảnh hưởng đến nguồn lực con người</a:t>
          </a:r>
          <a:endParaRPr lang="en-US"/>
        </a:p>
      </dsp:txBody>
      <dsp:txXfrm rot="10800000">
        <a:off x="2099447" y="1682977"/>
        <a:ext cx="6998786" cy="1346381"/>
      </dsp:txXfrm>
    </dsp:sp>
    <dsp:sp modelId="{48C23F44-CDC2-4998-B9C4-F737C51D3228}">
      <dsp:nvSpPr>
        <dsp:cNvPr id="5" name="Oval 4"/>
        <dsp:cNvSpPr/>
      </dsp:nvSpPr>
      <dsp:spPr bwMode="white">
        <a:xfrm>
          <a:off x="1426257" y="1682977"/>
          <a:ext cx="1346381" cy="1346381"/>
        </a:xfrm>
        <a:prstGeom prst="ellipse">
          <a:avLst/>
        </a:prstGeom>
        <a:blipFill>
          <a:blip r:embed="rId2"/>
          <a:stretch>
            <a:fillRect/>
          </a:stretch>
        </a:blipFill>
      </dsp:spPr>
      <dsp:style>
        <a:lnRef idx="0">
          <a:schemeClr val="lt1"/>
        </a:lnRef>
        <a:fillRef idx="1">
          <a:schemeClr val="accent1">
            <a:tint val="50000"/>
          </a:schemeClr>
        </a:fillRef>
        <a:effectRef idx="3">
          <a:scrgbClr r="0" g="0" b="0"/>
        </a:effectRef>
        <a:fontRef idx="minor"/>
      </dsp:style>
      <dsp:txXfrm>
        <a:off x="1426257" y="1682977"/>
        <a:ext cx="1346381" cy="1346381"/>
      </dsp:txXfrm>
    </dsp:sp>
    <dsp:sp modelId="{00C34D87-B2DD-493A-BAA2-1A14EA17DEB1}">
      <dsp:nvSpPr>
        <dsp:cNvPr id="8" name="Pentagon 7"/>
        <dsp:cNvSpPr/>
      </dsp:nvSpPr>
      <dsp:spPr bwMode="white">
        <a:xfrm rot="10800000">
          <a:off x="2099447" y="3365954"/>
          <a:ext cx="6998786" cy="1346381"/>
        </a:xfrm>
        <a:prstGeom prst="homePlate">
          <a:avLst/>
        </a:prstGeom>
      </dsp:spPr>
      <dsp:style>
        <a:lnRef idx="0">
          <a:schemeClr val="lt1"/>
        </a:lnRef>
        <a:fillRef idx="3">
          <a:schemeClr val="accent1"/>
        </a:fillRef>
        <a:effectRef idx="3">
          <a:scrgbClr r="0" g="0" b="0"/>
        </a:effectRef>
        <a:fontRef idx="minor">
          <a:schemeClr val="lt1"/>
        </a:fontRef>
      </dsp:style>
      <dsp:txBody>
        <a:bodyPr rot="10800000" vert="horz" wrap="square" lIns="593716" tIns="95250" rIns="177800" bIns="95250" anchor="ctr"/>
        <a:lstStyle>
          <a:lvl1pPr algn="ctr">
            <a:defRPr sz="2500"/>
          </a:lvl1pPr>
          <a:lvl2pPr marL="171450" indent="-171450" algn="ctr">
            <a:defRPr sz="1900"/>
          </a:lvl2pPr>
          <a:lvl3pPr marL="342900" indent="-171450" algn="ctr">
            <a:defRPr sz="1900"/>
          </a:lvl3pPr>
          <a:lvl4pPr marL="514350" indent="-171450" algn="ctr">
            <a:defRPr sz="1900"/>
          </a:lvl4pPr>
          <a:lvl5pPr marL="685800" indent="-171450" algn="ctr">
            <a:defRPr sz="1900"/>
          </a:lvl5pPr>
          <a:lvl6pPr marL="857250" indent="-171450" algn="ctr">
            <a:defRPr sz="1900"/>
          </a:lvl6pPr>
          <a:lvl7pPr marL="1028700" indent="-171450" algn="ctr">
            <a:defRPr sz="1900"/>
          </a:lvl7pPr>
          <a:lvl8pPr marL="1200150" indent="-171450" algn="ctr">
            <a:defRPr sz="1900"/>
          </a:lvl8pPr>
          <a:lvl9pPr marL="1371600" indent="-171450" algn="ctr">
            <a:defRPr sz="1900"/>
          </a:lvl9pPr>
        </a:lstStyle>
        <a:p>
          <a:pPr lvl="0" algn="just">
            <a:lnSpc>
              <a:spcPct val="100000"/>
            </a:lnSpc>
            <a:spcBef>
              <a:spcPct val="0"/>
            </a:spcBef>
            <a:spcAft>
              <a:spcPct val="35000"/>
            </a:spcAft>
          </a:pPr>
          <a:r>
            <a:rPr>
              <a:sym typeface="+mn-ea"/>
            </a:rPr>
            <a:t>N</a:t>
          </a:r>
          <a:r>
            <a:rPr lang="en-US">
              <a:sym typeface="+mn-ea"/>
            </a:rPr>
            <a:t>guồn lực con người là nguồn lực cơ bản cho sự phát triển bền vững trong quá trình công nghiệp hóa hiện đại hóa.</a:t>
          </a:r>
          <a:endParaRPr lang="en-US"/>
        </a:p>
      </dsp:txBody>
      <dsp:txXfrm rot="10800000">
        <a:off x="2099447" y="3365954"/>
        <a:ext cx="6998786" cy="1346381"/>
      </dsp:txXfrm>
    </dsp:sp>
    <dsp:sp modelId="{69DE5637-6198-4292-ADFF-69DC2A063BC5}">
      <dsp:nvSpPr>
        <dsp:cNvPr id="7" name="Oval 6"/>
        <dsp:cNvSpPr/>
      </dsp:nvSpPr>
      <dsp:spPr bwMode="white">
        <a:xfrm>
          <a:off x="1426257" y="3365954"/>
          <a:ext cx="1346381" cy="1346381"/>
        </a:xfrm>
        <a:prstGeom prst="ellipse">
          <a:avLst/>
        </a:prstGeom>
        <a:blipFill>
          <a:blip r:embed="rId3"/>
          <a:stretch>
            <a:fillRect/>
          </a:stretch>
        </a:blipFill>
      </dsp:spPr>
      <dsp:style>
        <a:lnRef idx="0">
          <a:schemeClr val="lt1"/>
        </a:lnRef>
        <a:fillRef idx="1">
          <a:schemeClr val="accent1">
            <a:tint val="50000"/>
          </a:schemeClr>
        </a:fillRef>
        <a:effectRef idx="3">
          <a:scrgbClr r="0" g="0" b="0"/>
        </a:effectRef>
        <a:fontRef idx="minor"/>
      </dsp:style>
      <dsp:txXfrm>
        <a:off x="1426257" y="3365954"/>
        <a:ext cx="1346381" cy="1346381"/>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128000" cy="4894580"/>
        <a:chOff x="0" y="0"/>
        <a:chExt cx="8128000" cy="4894580"/>
      </a:xfrm>
    </dsp:grpSpPr>
    <dsp:sp modelId="{54453CD1-FF23-4524-943E-431778D0731A}">
      <dsp:nvSpPr>
        <dsp:cNvPr id="3" name="Oval 2"/>
        <dsp:cNvSpPr/>
      </dsp:nvSpPr>
      <dsp:spPr bwMode="white">
        <a:xfrm>
          <a:off x="2946449" y="2659477"/>
          <a:ext cx="2235103" cy="2235103"/>
        </a:xfrm>
        <a:prstGeom prst="ellipse">
          <a:avLst/>
        </a:prstGeom>
      </dsp:spPr>
      <dsp:style>
        <a:lnRef idx="2">
          <a:schemeClr val="lt1"/>
        </a:lnRef>
        <a:fillRef idx="1">
          <a:schemeClr val="accent4"/>
        </a:fillRef>
        <a:effectRef idx="0">
          <a:scrgbClr r="0" g="0" b="0"/>
        </a:effectRef>
        <a:fontRef idx="minor">
          <a:schemeClr val="lt1"/>
        </a:fontRef>
      </dsp:style>
      <dsp:txBody>
        <a:bodyPr vert="horz" wrap="square" lIns="20955" tIns="20955" rIns="20955" bIns="20955" anchor="ctr"/>
        <a:lstStyle>
          <a:lvl1pPr algn="ctr">
            <a:defRPr sz="3300"/>
          </a:lvl1pPr>
          <a:lvl2pPr marL="228600" indent="-228600" algn="ctr">
            <a:defRPr sz="2500"/>
          </a:lvl2pPr>
          <a:lvl3pPr marL="457200" indent="-228600" algn="ctr">
            <a:defRPr sz="2500"/>
          </a:lvl3pPr>
          <a:lvl4pPr marL="685800" indent="-228600" algn="ctr">
            <a:defRPr sz="2500"/>
          </a:lvl4pPr>
          <a:lvl5pPr marL="914400" indent="-228600" algn="ctr">
            <a:defRPr sz="2500"/>
          </a:lvl5pPr>
          <a:lvl6pPr marL="1143000" indent="-228600" algn="ctr">
            <a:defRPr sz="2500"/>
          </a:lvl6pPr>
          <a:lvl7pPr marL="1371600" indent="-228600" algn="ctr">
            <a:defRPr sz="2500"/>
          </a:lvl7pPr>
          <a:lvl8pPr marL="1600200" indent="-228600" algn="ctr">
            <a:defRPr sz="2500"/>
          </a:lvl8pPr>
          <a:lvl9pPr marL="1828800" indent="-228600" algn="ctr">
            <a:defRPr sz="2500"/>
          </a:lvl9pPr>
        </a:lstStyle>
        <a:p>
          <a:pPr lvl="0">
            <a:lnSpc>
              <a:spcPct val="100000"/>
            </a:lnSpc>
            <a:spcBef>
              <a:spcPct val="0"/>
            </a:spcBef>
            <a:spcAft>
              <a:spcPct val="35000"/>
            </a:spcAft>
          </a:pPr>
          <a:r>
            <a:rPr lang="en-US"/>
            <a:t>Nguồn lực con người</a:t>
          </a:r>
          <a:endParaRPr lang="en-US"/>
        </a:p>
      </dsp:txBody>
      <dsp:txXfrm>
        <a:off x="2946449" y="2659477"/>
        <a:ext cx="2235103" cy="2235103"/>
      </dsp:txXfrm>
    </dsp:sp>
    <dsp:sp modelId="{9C58A270-6BFB-4A80-BD75-EC7DEC81C33A}">
      <dsp:nvSpPr>
        <dsp:cNvPr id="4" name="Left Arrow 3"/>
        <dsp:cNvSpPr/>
      </dsp:nvSpPr>
      <dsp:spPr bwMode="white">
        <a:xfrm rot="12899999">
          <a:off x="1551876" y="2298399"/>
          <a:ext cx="1710581" cy="637004"/>
        </a:xfrm>
        <a:prstGeom prst="leftArrow">
          <a:avLst>
            <a:gd name="adj1" fmla="val 60000"/>
            <a:gd name="adj2" fmla="val 50000"/>
          </a:avLst>
        </a:prstGeom>
      </dsp:spPr>
      <dsp:style>
        <a:lnRef idx="0">
          <a:schemeClr val="lt1"/>
        </a:lnRef>
        <a:fillRef idx="1">
          <a:schemeClr val="accent5">
            <a:hueOff val="0"/>
            <a:satOff val="0"/>
            <a:lumOff val="0"/>
            <a:alpha val="100000"/>
          </a:schemeClr>
        </a:fillRef>
        <a:effectRef idx="0">
          <a:scrgbClr r="0" g="0" b="0"/>
        </a:effectRef>
        <a:fontRef idx="minor">
          <a:schemeClr val="lt1"/>
        </a:fontRef>
      </dsp:style>
      <dsp:txXfrm rot="12899999">
        <a:off x="1551876" y="2298399"/>
        <a:ext cx="1710581" cy="637004"/>
      </dsp:txXfrm>
    </dsp:sp>
    <dsp:sp modelId="{E98795DF-0FF8-4985-995B-A03C42B6D83C}">
      <dsp:nvSpPr>
        <dsp:cNvPr id="5" name="Rounded Rectangle 4"/>
        <dsp:cNvSpPr/>
      </dsp:nvSpPr>
      <dsp:spPr bwMode="white">
        <a:xfrm>
          <a:off x="604103" y="1248436"/>
          <a:ext cx="2123348" cy="1698678"/>
        </a:xfrm>
        <a:prstGeom prst="roundRect">
          <a:avLst>
            <a:gd name="adj" fmla="val 10000"/>
          </a:avLst>
        </a:prstGeom>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vert="horz" wrap="square" lIns="45719" tIns="45719" rIns="45719" bIns="45719"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en-US">
              <a:latin typeface="Tahoma" panose="020B0604030504040204" charset="0"/>
              <a:cs typeface="Tahoma" panose="020B0604030504040204" charset="0"/>
              <a:sym typeface="+mn-ea"/>
            </a:rPr>
            <a:t>Trình độ phát triển kinh tế xã hội của nhà nước</a:t>
          </a:r>
          <a:endParaRPr lang="en-US"/>
        </a:p>
      </dsp:txBody>
      <dsp:txXfrm>
        <a:off x="604103" y="1248436"/>
        <a:ext cx="2123348" cy="1698678"/>
      </dsp:txXfrm>
    </dsp:sp>
    <dsp:sp modelId="{C3FC8966-57FE-4C8D-8903-BE205CE2B0C7}">
      <dsp:nvSpPr>
        <dsp:cNvPr id="6" name="Left Arrow 5"/>
        <dsp:cNvSpPr/>
      </dsp:nvSpPr>
      <dsp:spPr bwMode="white">
        <a:xfrm rot="16199999">
          <a:off x="3208710" y="1435906"/>
          <a:ext cx="1710581" cy="637004"/>
        </a:xfrm>
        <a:prstGeom prst="leftArrow">
          <a:avLst>
            <a:gd name="adj1" fmla="val 60000"/>
            <a:gd name="adj2" fmla="val 50000"/>
          </a:avLst>
        </a:prstGeom>
      </dsp:spPr>
      <dsp:style>
        <a:lnRef idx="0">
          <a:schemeClr val="lt1"/>
        </a:lnRef>
        <a:fillRef idx="1">
          <a:schemeClr val="accent5">
            <a:hueOff val="3000000"/>
            <a:satOff val="-13332"/>
            <a:lumOff val="3922"/>
            <a:alpha val="100000"/>
          </a:schemeClr>
        </a:fillRef>
        <a:effectRef idx="0">
          <a:scrgbClr r="0" g="0" b="0"/>
        </a:effectRef>
        <a:fontRef idx="minor">
          <a:schemeClr val="lt1"/>
        </a:fontRef>
      </dsp:style>
      <dsp:txXfrm rot="16199999">
        <a:off x="3208710" y="1435906"/>
        <a:ext cx="1710581" cy="637004"/>
      </dsp:txXfrm>
    </dsp:sp>
    <dsp:sp modelId="{8E6AB0A7-29E6-43B7-8986-94ED54DD84F2}">
      <dsp:nvSpPr>
        <dsp:cNvPr id="7" name="Rounded Rectangle 6"/>
        <dsp:cNvSpPr/>
      </dsp:nvSpPr>
      <dsp:spPr bwMode="white">
        <a:xfrm>
          <a:off x="3002326" y="0"/>
          <a:ext cx="2123348" cy="1698678"/>
        </a:xfrm>
        <a:prstGeom prst="roundRect">
          <a:avLst>
            <a:gd name="adj" fmla="val 10000"/>
          </a:avLst>
        </a:prstGeom>
      </dsp:spPr>
      <dsp:style>
        <a:lnRef idx="2">
          <a:schemeClr val="lt1"/>
        </a:lnRef>
        <a:fillRef idx="1">
          <a:schemeClr val="accent5">
            <a:hueOff val="3000000"/>
            <a:satOff val="-13332"/>
            <a:lumOff val="3922"/>
            <a:alpha val="100000"/>
          </a:schemeClr>
        </a:fillRef>
        <a:effectRef idx="0">
          <a:scrgbClr r="0" g="0" b="0"/>
        </a:effectRef>
        <a:fontRef idx="minor">
          <a:schemeClr val="lt1"/>
        </a:fontRef>
      </dsp:style>
      <dsp:txBody>
        <a:bodyPr vert="horz" wrap="square" lIns="45719" tIns="45719" rIns="45719" bIns="45719"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en-US">
              <a:latin typeface="Tahoma" panose="020B0604030504040204" charset="0"/>
              <a:cs typeface="Tahoma" panose="020B0604030504040204" charset="0"/>
              <a:sym typeface="+mn-ea"/>
            </a:rPr>
            <a:t>Trình độ công nghệ</a:t>
          </a:r>
          <a:endParaRPr lang="en-US"/>
        </a:p>
      </dsp:txBody>
      <dsp:txXfrm>
        <a:off x="3002326" y="0"/>
        <a:ext cx="2123348" cy="1698678"/>
      </dsp:txXfrm>
    </dsp:sp>
    <dsp:sp modelId="{BFA06A25-8FBD-462A-89DD-319C63D87AB3}">
      <dsp:nvSpPr>
        <dsp:cNvPr id="8" name="Left Arrow 7"/>
        <dsp:cNvSpPr/>
      </dsp:nvSpPr>
      <dsp:spPr bwMode="white">
        <a:xfrm rot="-2099999">
          <a:off x="4865543" y="2298399"/>
          <a:ext cx="1710581" cy="637004"/>
        </a:xfrm>
        <a:prstGeom prst="leftArrow">
          <a:avLst>
            <a:gd name="adj1" fmla="val 60000"/>
            <a:gd name="adj2" fmla="val 50000"/>
          </a:avLst>
        </a:prstGeom>
      </dsp:spPr>
      <dsp:style>
        <a:lnRef idx="0">
          <a:schemeClr val="lt1"/>
        </a:lnRef>
        <a:fillRef idx="1">
          <a:schemeClr val="accent5">
            <a:hueOff val="6000000"/>
            <a:satOff val="-26666"/>
            <a:lumOff val="7843"/>
            <a:alpha val="100000"/>
          </a:schemeClr>
        </a:fillRef>
        <a:effectRef idx="0">
          <a:scrgbClr r="0" g="0" b="0"/>
        </a:effectRef>
        <a:fontRef idx="minor">
          <a:schemeClr val="lt1"/>
        </a:fontRef>
      </dsp:style>
      <dsp:txXfrm rot="-2099999">
        <a:off x="4865543" y="2298399"/>
        <a:ext cx="1710581" cy="637004"/>
      </dsp:txXfrm>
    </dsp:sp>
    <dsp:sp modelId="{BED05D0C-89EC-4FB5-B846-1333FE6AC185}">
      <dsp:nvSpPr>
        <dsp:cNvPr id="9" name="Rounded Rectangle 8"/>
        <dsp:cNvSpPr/>
      </dsp:nvSpPr>
      <dsp:spPr bwMode="white">
        <a:xfrm>
          <a:off x="5400549" y="1248436"/>
          <a:ext cx="2123348" cy="1698678"/>
        </a:xfrm>
        <a:prstGeom prst="roundRect">
          <a:avLst>
            <a:gd name="adj" fmla="val 10000"/>
          </a:avLst>
        </a:prstGeom>
      </dsp:spPr>
      <dsp:style>
        <a:lnRef idx="2">
          <a:schemeClr val="lt1"/>
        </a:lnRef>
        <a:fillRef idx="1">
          <a:schemeClr val="accent5">
            <a:hueOff val="6000000"/>
            <a:satOff val="-26666"/>
            <a:lumOff val="7843"/>
            <a:alpha val="100000"/>
          </a:schemeClr>
        </a:fillRef>
        <a:effectRef idx="0">
          <a:scrgbClr r="0" g="0" b="0"/>
        </a:effectRef>
        <a:fontRef idx="minor">
          <a:schemeClr val="lt1"/>
        </a:fontRef>
      </dsp:style>
      <dsp:txBody>
        <a:bodyPr vert="horz" wrap="square" lIns="45719" tIns="45719" rIns="45719" bIns="45719" anchor="ctr"/>
        <a:lstStyle>
          <a:lvl1pPr algn="ctr">
            <a:defRPr sz="2400"/>
          </a:lvl1pPr>
          <a:lvl2pPr marL="171450" indent="-171450" algn="ctr">
            <a:defRPr sz="1800"/>
          </a:lvl2pPr>
          <a:lvl3pPr marL="342900" indent="-171450" algn="ctr">
            <a:defRPr sz="1800"/>
          </a:lvl3pPr>
          <a:lvl4pPr marL="514350" indent="-171450" algn="ctr">
            <a:defRPr sz="1800"/>
          </a:lvl4pPr>
          <a:lvl5pPr marL="685800" indent="-171450" algn="ctr">
            <a:defRPr sz="1800"/>
          </a:lvl5pPr>
          <a:lvl6pPr marL="857250" indent="-171450" algn="ctr">
            <a:defRPr sz="1800"/>
          </a:lvl6pPr>
          <a:lvl7pPr marL="1028700" indent="-171450" algn="ctr">
            <a:defRPr sz="1800"/>
          </a:lvl7pPr>
          <a:lvl8pPr marL="1200150" indent="-171450" algn="ctr">
            <a:defRPr sz="1800"/>
          </a:lvl8pPr>
          <a:lvl9pPr marL="1371600" indent="-171450" algn="ctr">
            <a:defRPr sz="1800"/>
          </a:lvl9pPr>
        </a:lstStyle>
        <a:p>
          <a:pPr lvl="0">
            <a:lnSpc>
              <a:spcPct val="100000"/>
            </a:lnSpc>
            <a:spcBef>
              <a:spcPct val="0"/>
            </a:spcBef>
            <a:spcAft>
              <a:spcPct val="35000"/>
            </a:spcAft>
          </a:pPr>
          <a:r>
            <a:rPr lang="en-US">
              <a:latin typeface="Tahoma" panose="020B0604030504040204" charset="0"/>
              <a:cs typeface="Tahoma" panose="020B0604030504040204" charset="0"/>
              <a:sym typeface="+mn-ea"/>
            </a:rPr>
            <a:t>Giáo dục đào tạo</a:t>
          </a:r>
          <a:endParaRPr lang="en-US"/>
        </a:p>
      </dsp:txBody>
      <dsp:txXfrm>
        <a:off x="5400549" y="1248436"/>
        <a:ext cx="2123348" cy="1698678"/>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3382645" cy="2114153"/>
        <a:chOff x="0" y="0"/>
        <a:chExt cx="3382645" cy="2114153"/>
      </a:xfrm>
    </dsp:grpSpPr>
    <dsp:sp modelId="{A7714133-905D-4994-BEED-F8C5B479726D}">
      <dsp:nvSpPr>
        <dsp:cNvPr id="3" name="Shape 2"/>
        <dsp:cNvSpPr/>
      </dsp:nvSpPr>
      <dsp:spPr bwMode="white">
        <a:xfrm>
          <a:off x="0" y="569158"/>
          <a:ext cx="3382645" cy="2114153"/>
        </a:xfrm>
        <a:prstGeom prst="swooshArrow">
          <a:avLst>
            <a:gd name="adj1" fmla="val 25000"/>
            <a:gd name="adj2" fmla="val 25000"/>
          </a:avLst>
        </a:prstGeom>
      </dsp:spPr>
      <dsp:style>
        <a:lnRef idx="0">
          <a:schemeClr val="accent1"/>
        </a:lnRef>
        <a:fillRef idx="1">
          <a:schemeClr val="accent1">
            <a:tint val="40000"/>
          </a:schemeClr>
        </a:fillRef>
        <a:effectRef idx="0">
          <a:scrgbClr r="0" g="0" b="0"/>
        </a:effectRef>
        <a:fontRef idx="minor"/>
      </dsp:style>
      <dsp:txXfrm>
        <a:off x="0" y="569158"/>
        <a:ext cx="3382645" cy="2114153"/>
      </dsp:txXfrm>
    </dsp:sp>
    <dsp:sp modelId="{CE869124-7AF6-4161-807B-EED43EBB4DDA}">
      <dsp:nvSpPr>
        <dsp:cNvPr id="4" name="Oval 3"/>
        <dsp:cNvSpPr/>
      </dsp:nvSpPr>
      <dsp:spPr bwMode="white">
        <a:xfrm>
          <a:off x="429596" y="2028347"/>
          <a:ext cx="87949" cy="87949"/>
        </a:xfrm>
        <a:prstGeom prst="ellipse">
          <a:avLst/>
        </a:prstGeom>
      </dsp:spPr>
      <dsp:style>
        <a:lnRef idx="2">
          <a:schemeClr val="lt1"/>
        </a:lnRef>
        <a:fillRef idx="1">
          <a:schemeClr val="accent1"/>
        </a:fillRef>
        <a:effectRef idx="0">
          <a:scrgbClr r="0" g="0" b="0"/>
        </a:effectRef>
        <a:fontRef idx="minor">
          <a:schemeClr val="lt1"/>
        </a:fontRef>
      </dsp:style>
      <dsp:txXfrm>
        <a:off x="429596" y="2028347"/>
        <a:ext cx="87949" cy="87949"/>
      </dsp:txXfrm>
    </dsp:sp>
    <dsp:sp modelId="{BA26A4E9-4AE2-42DB-AE25-A9132A5F87A8}">
      <dsp:nvSpPr>
        <dsp:cNvPr id="5" name="Rectangles 4"/>
        <dsp:cNvSpPr/>
      </dsp:nvSpPr>
      <dsp:spPr bwMode="white">
        <a:xfrm>
          <a:off x="473570" y="2072321"/>
          <a:ext cx="788156" cy="610990"/>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46602" tIns="0" rIns="0" bIns="0" anchor="t"/>
        <a:lstStyle>
          <a:lvl1pPr algn="l">
            <a:defRPr sz="3900"/>
          </a:lvl1pPr>
          <a:lvl2pPr marL="285750" indent="-285750" algn="l">
            <a:defRPr sz="3000"/>
          </a:lvl2pPr>
          <a:lvl3pPr marL="571500" indent="-285750" algn="l">
            <a:defRPr sz="3000"/>
          </a:lvl3pPr>
          <a:lvl4pPr marL="857250" indent="-285750" algn="l">
            <a:defRPr sz="3000"/>
          </a:lvl4pPr>
          <a:lvl5pPr marL="1143000" indent="-285750" algn="l">
            <a:defRPr sz="3000"/>
          </a:lvl5pPr>
          <a:lvl6pPr marL="1428750" indent="-285750" algn="l">
            <a:defRPr sz="3000"/>
          </a:lvl6pPr>
          <a:lvl7pPr marL="1714500" indent="-285750" algn="l">
            <a:defRPr sz="3000"/>
          </a:lvl7pPr>
          <a:lvl8pPr marL="2000250" indent="-285750" algn="l">
            <a:defRPr sz="3000"/>
          </a:lvl8pPr>
          <a:lvl9pPr marL="2286000" indent="-285750" algn="l">
            <a:defRPr sz="3000"/>
          </a:lvl9pPr>
        </a:lstStyle>
        <a:p>
          <a:pPr lvl="0">
            <a:lnSpc>
              <a:spcPct val="100000"/>
            </a:lnSpc>
            <a:spcBef>
              <a:spcPct val="0"/>
            </a:spcBef>
            <a:spcAft>
              <a:spcPct val="35000"/>
            </a:spcAft>
          </a:pPr>
          <a:r>
            <a:rPr lang="en-US">
              <a:solidFill>
                <a:schemeClr val="tx1"/>
              </a:solidFill>
            </a:rPr>
            <a:t> </a:t>
          </a:r>
          <a:endParaRPr lang="en-US">
            <a:solidFill>
              <a:schemeClr val="tx1"/>
            </a:solidFill>
          </a:endParaRPr>
        </a:p>
      </dsp:txBody>
      <dsp:txXfrm>
        <a:off x="473570" y="2072321"/>
        <a:ext cx="788156" cy="610990"/>
      </dsp:txXfrm>
    </dsp:sp>
    <dsp:sp modelId="{133B1644-2587-4D7F-B67D-6D81855D4046}">
      <dsp:nvSpPr>
        <dsp:cNvPr id="6" name="Oval 5"/>
        <dsp:cNvSpPr/>
      </dsp:nvSpPr>
      <dsp:spPr bwMode="white">
        <a:xfrm>
          <a:off x="1205913" y="1453720"/>
          <a:ext cx="158984" cy="158984"/>
        </a:xfrm>
        <a:prstGeom prst="ellipse">
          <a:avLst/>
        </a:prstGeom>
      </dsp:spPr>
      <dsp:style>
        <a:lnRef idx="2">
          <a:schemeClr val="lt1"/>
        </a:lnRef>
        <a:fillRef idx="1">
          <a:schemeClr val="accent1"/>
        </a:fillRef>
        <a:effectRef idx="0">
          <a:scrgbClr r="0" g="0" b="0"/>
        </a:effectRef>
        <a:fontRef idx="minor">
          <a:schemeClr val="lt1"/>
        </a:fontRef>
      </dsp:style>
      <dsp:txXfrm>
        <a:off x="1205913" y="1453720"/>
        <a:ext cx="158984" cy="158984"/>
      </dsp:txXfrm>
    </dsp:sp>
    <dsp:sp modelId="{EBBDF3BA-41CE-430B-B3E9-E71FAE47D0E3}">
      <dsp:nvSpPr>
        <dsp:cNvPr id="7" name="Rectangles 6"/>
        <dsp:cNvSpPr/>
      </dsp:nvSpPr>
      <dsp:spPr bwMode="white">
        <a:xfrm>
          <a:off x="1285405" y="1533212"/>
          <a:ext cx="811835" cy="1150099"/>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84242" tIns="0" rIns="0" bIns="0" anchor="t"/>
        <a:lstStyle>
          <a:lvl1pPr algn="l">
            <a:defRPr sz="3900"/>
          </a:lvl1pPr>
          <a:lvl2pPr marL="285750" indent="-285750" algn="l">
            <a:defRPr sz="3000"/>
          </a:lvl2pPr>
          <a:lvl3pPr marL="571500" indent="-285750" algn="l">
            <a:defRPr sz="3000"/>
          </a:lvl3pPr>
          <a:lvl4pPr marL="857250" indent="-285750" algn="l">
            <a:defRPr sz="3000"/>
          </a:lvl4pPr>
          <a:lvl5pPr marL="1143000" indent="-285750" algn="l">
            <a:defRPr sz="3000"/>
          </a:lvl5pPr>
          <a:lvl6pPr marL="1428750" indent="-285750" algn="l">
            <a:defRPr sz="3000"/>
          </a:lvl6pPr>
          <a:lvl7pPr marL="1714500" indent="-285750" algn="l">
            <a:defRPr sz="3000"/>
          </a:lvl7pPr>
          <a:lvl8pPr marL="2000250" indent="-285750" algn="l">
            <a:defRPr sz="3000"/>
          </a:lvl8pPr>
          <a:lvl9pPr marL="2286000" indent="-285750" algn="l">
            <a:defRPr sz="3000"/>
          </a:lvl9pPr>
        </a:lstStyle>
        <a:p>
          <a:pPr lvl="0">
            <a:lnSpc>
              <a:spcPct val="100000"/>
            </a:lnSpc>
            <a:spcBef>
              <a:spcPct val="0"/>
            </a:spcBef>
            <a:spcAft>
              <a:spcPct val="35000"/>
            </a:spcAft>
          </a:pPr>
          <a:r>
            <a:rPr lang="en-US">
              <a:solidFill>
                <a:schemeClr val="tx1"/>
              </a:solidFill>
            </a:rPr>
            <a:t> </a:t>
          </a:r>
          <a:endParaRPr lang="en-US">
            <a:solidFill>
              <a:schemeClr val="tx1"/>
            </a:solidFill>
          </a:endParaRPr>
        </a:p>
      </dsp:txBody>
      <dsp:txXfrm>
        <a:off x="1285405" y="1533212"/>
        <a:ext cx="811835" cy="1150099"/>
      </dsp:txXfrm>
    </dsp:sp>
    <dsp:sp modelId="{61ECD666-B2E5-46DC-8842-3B7561C8DC34}">
      <dsp:nvSpPr>
        <dsp:cNvPr id="8" name="Oval 7"/>
        <dsp:cNvSpPr/>
      </dsp:nvSpPr>
      <dsp:spPr bwMode="white">
        <a:xfrm>
          <a:off x="2139523" y="1104039"/>
          <a:ext cx="219872" cy="219872"/>
        </a:xfrm>
        <a:prstGeom prst="ellipse">
          <a:avLst/>
        </a:prstGeom>
      </dsp:spPr>
      <dsp:style>
        <a:lnRef idx="2">
          <a:schemeClr val="lt1"/>
        </a:lnRef>
        <a:fillRef idx="1">
          <a:schemeClr val="accent1"/>
        </a:fillRef>
        <a:effectRef idx="0">
          <a:scrgbClr r="0" g="0" b="0"/>
        </a:effectRef>
        <a:fontRef idx="minor">
          <a:schemeClr val="lt1"/>
        </a:fontRef>
      </dsp:style>
      <dsp:txXfrm>
        <a:off x="2139523" y="1104039"/>
        <a:ext cx="219872" cy="219872"/>
      </dsp:txXfrm>
    </dsp:sp>
    <dsp:sp modelId="{DF0CDB76-03D3-4BEF-AA13-668011A3FA1A}">
      <dsp:nvSpPr>
        <dsp:cNvPr id="9" name="Rectangles 8"/>
        <dsp:cNvSpPr/>
      </dsp:nvSpPr>
      <dsp:spPr bwMode="white">
        <a:xfrm>
          <a:off x="2249459" y="1213975"/>
          <a:ext cx="811835" cy="1469336"/>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116505" tIns="0" rIns="0" bIns="0" anchor="t"/>
        <a:lstStyle>
          <a:lvl1pPr algn="l">
            <a:defRPr sz="3900"/>
          </a:lvl1pPr>
          <a:lvl2pPr marL="285750" indent="-285750" algn="l">
            <a:defRPr sz="3000"/>
          </a:lvl2pPr>
          <a:lvl3pPr marL="571500" indent="-285750" algn="l">
            <a:defRPr sz="3000"/>
          </a:lvl3pPr>
          <a:lvl4pPr marL="857250" indent="-285750" algn="l">
            <a:defRPr sz="3000"/>
          </a:lvl4pPr>
          <a:lvl5pPr marL="1143000" indent="-285750" algn="l">
            <a:defRPr sz="3000"/>
          </a:lvl5pPr>
          <a:lvl6pPr marL="1428750" indent="-285750" algn="l">
            <a:defRPr sz="3000"/>
          </a:lvl6pPr>
          <a:lvl7pPr marL="1714500" indent="-285750" algn="l">
            <a:defRPr sz="3000"/>
          </a:lvl7pPr>
          <a:lvl8pPr marL="2000250" indent="-285750" algn="l">
            <a:defRPr sz="3000"/>
          </a:lvl8pPr>
          <a:lvl9pPr marL="2286000" indent="-285750" algn="l">
            <a:defRPr sz="3000"/>
          </a:lvl9pPr>
        </a:lstStyle>
        <a:p>
          <a:pPr lvl="0">
            <a:lnSpc>
              <a:spcPct val="100000"/>
            </a:lnSpc>
            <a:spcBef>
              <a:spcPct val="0"/>
            </a:spcBef>
            <a:spcAft>
              <a:spcPct val="35000"/>
            </a:spcAft>
          </a:pPr>
          <a:r>
            <a:rPr lang="en-US">
              <a:solidFill>
                <a:schemeClr val="tx1"/>
              </a:solidFill>
            </a:rPr>
            <a:t> </a:t>
          </a:r>
          <a:endParaRPr lang="en-US">
            <a:solidFill>
              <a:schemeClr val="tx1"/>
            </a:solidFill>
          </a:endParaRPr>
        </a:p>
      </dsp:txBody>
      <dsp:txXfrm>
        <a:off x="2249459" y="1213975"/>
        <a:ext cx="811835" cy="1469336"/>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type="homePlate" r:blip="" rot="180"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rSet qsTypeId="urn:microsoft.com/office/officeart/2005/8/quickstyle/simple5"/>
        </dgm:pt>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rSet csTypeId="urn:microsoft.com/office/officeart/2005/8/colors/accent6_5"/>
        </dgm:pt>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Sty" val="arr"/>
              <dgm:param type="endSty" val="noArr"/>
              <dgm:param type="begPts" val="auto"/>
              <dgm:param type="endPts" val="ct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parTxLTRAlign" val="r"/>
                    <dgm:param type="parTxRTLAlign" val="r"/>
                    <dgm:param type="txAnchorVert" val="t"/>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parTxLTRAlign" val="l"/>
                            <dgm:param type="parTxRTLAlign" val="r"/>
                            <dgm:param type="txAnchorVert" val="t"/>
                          </dgm:alg>
                        </dgm:if>
                        <dgm:else name="Name15">
                          <dgm:alg type="tx">
                            <dgm:param type="parTxLTRAlign" val="l"/>
                            <dgm:param type="parTxRTLAlign" val="l"/>
                            <dgm:param type="txAnchorVert" val="t"/>
                          </dgm:alg>
                        </dgm:else>
                      </dgm:choose>
                    </dgm:if>
                    <dgm:else name="Name16">
                      <dgm:choose name="Name17">
                        <dgm:if name="Name18" axis="root des" ptType="all node" func="maxDepth" op="gt" val="1">
                          <dgm:alg type="tx">
                            <dgm:param type="parTxLTRAlign" val="l"/>
                            <dgm:param type="parTxRTLAlign" val="r"/>
                            <dgm:param type="txAnchorVertCh" val="b"/>
                            <dgm:param type="txAnchorVert" val="b"/>
                          </dgm:alg>
                        </dgm:if>
                        <dgm:else name="Name19">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parTxLTRAlign" val="l"/>
                            <dgm:param type="parTxRTLAlign" val="r"/>
                            <dgm:param type="txAnchorVert" val="t"/>
                          </dgm:alg>
                        </dgm:if>
                        <dgm:else name="Name28">
                          <dgm:alg type="tx">
                            <dgm:param type="parTxLTRAlign" val="l"/>
                            <dgm:param type="parTxRTLAlign" val="l"/>
                            <dgm:param type="txAnchorVert" val="t"/>
                          </dgm:alg>
                        </dgm:else>
                      </dgm:choose>
                    </dgm:if>
                    <dgm:else name="Name29">
                      <dgm:choose name="Name30">
                        <dgm:if name="Name31" axis="root des" ptType="all node" func="maxDepth" op="gt" val="1">
                          <dgm:alg type="tx">
                            <dgm:param type="parTxLTRAlign" val="l"/>
                            <dgm:param type="parTxRTLAlign" val="r"/>
                            <dgm:param type="txAnchorVertCh" val="b"/>
                            <dgm:param type="txAnchorVert" val="b"/>
                          </dgm:alg>
                        </dgm:if>
                        <dgm:else name="Name3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parTxLTRAlign" val="l"/>
                            <dgm:param type="parTxRTLAlign" val="r"/>
                            <dgm:param type="txAnchorVert" val="t"/>
                          </dgm:alg>
                        </dgm:if>
                        <dgm:else name="Name45">
                          <dgm:alg type="tx">
                            <dgm:param type="parTxLTRAlign" val="l"/>
                            <dgm:param type="parTxRTLAlign" val="l"/>
                            <dgm:param type="txAnchorVert" val="t"/>
                          </dgm:alg>
                        </dgm:else>
                      </dgm:choose>
                    </dgm:if>
                    <dgm:else name="Name46">
                      <dgm:choose name="Name47">
                        <dgm:if name="Name48" axis="root des" ptType="all node" func="maxDepth" op="gt" val="1">
                          <dgm:alg type="tx">
                            <dgm:param type="parTxLTRAlign" val="l"/>
                            <dgm:param type="parTxRTLAlign" val="r"/>
                            <dgm:param type="txAnchorVertCh" val="b"/>
                            <dgm:param type="txAnchorVert" val="b"/>
                          </dgm:alg>
                        </dgm:if>
                        <dgm:else name="Name49">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parTxLTRAlign" val="l"/>
                            <dgm:param type="parTxRTLAlign" val="r"/>
                            <dgm:param type="txAnchorVert" val="t"/>
                          </dgm:alg>
                        </dgm:if>
                        <dgm:else name="Name58">
                          <dgm:alg type="tx">
                            <dgm:param type="parTxLTRAlign" val="l"/>
                            <dgm:param type="parTxRTLAlign" val="l"/>
                            <dgm:param type="txAnchorVert" val="t"/>
                          </dgm:alg>
                        </dgm:else>
                      </dgm:choose>
                    </dgm:if>
                    <dgm:else name="Name59">
                      <dgm:choose name="Name60">
                        <dgm:if name="Name61" axis="root des" ptType="all node" func="maxDepth" op="gt" val="1">
                          <dgm:alg type="tx">
                            <dgm:param type="parTxLTRAlign" val="l"/>
                            <dgm:param type="parTxRTLAlign" val="r"/>
                            <dgm:param type="txAnchorVertCh" val="b"/>
                            <dgm:param type="txAnchorVert" val="b"/>
                          </dgm:alg>
                        </dgm:if>
                        <dgm:else name="Name6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parTxLTRAlign" val="l"/>
                            <dgm:param type="parTxRTLAlign" val="r"/>
                            <dgm:param type="txAnchorVert" val="t"/>
                          </dgm:alg>
                        </dgm:if>
                        <dgm:else name="Name71">
                          <dgm:alg type="tx">
                            <dgm:param type="parTxLTRAlign" val="l"/>
                            <dgm:param type="parTxRTLAlign" val="l"/>
                            <dgm:param type="txAnchorVert" val="t"/>
                          </dgm:alg>
                        </dgm:else>
                      </dgm:choose>
                    </dgm:if>
                    <dgm:else name="Name72">
                      <dgm:choose name="Name73">
                        <dgm:if name="Name74" axis="root des" ptType="all node" func="maxDepth" op="gt" val="1">
                          <dgm:alg type="tx">
                            <dgm:param type="parTxLTRAlign" val="l"/>
                            <dgm:param type="parTxRTLAlign" val="r"/>
                            <dgm:param type="txAnchorVertCh" val="b"/>
                            <dgm:param type="txAnchorVert" val="b"/>
                          </dgm:alg>
                        </dgm:if>
                        <dgm:else name="Name75">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parTxLTRAlign" val="l"/>
                            <dgm:param type="parTxRTLAlign" val="r"/>
                            <dgm:param type="txAnchorVert" val="t"/>
                          </dgm:alg>
                        </dgm:if>
                        <dgm:else name="Name88">
                          <dgm:alg type="tx">
                            <dgm:param type="parTxLTRAlign" val="l"/>
                            <dgm:param type="parTxRTLAlign" val="l"/>
                            <dgm:param type="txAnchorVert" val="t"/>
                          </dgm:alg>
                        </dgm:else>
                      </dgm:choose>
                    </dgm:if>
                    <dgm:else name="Name89">
                      <dgm:choose name="Name90">
                        <dgm:if name="Name91" axis="root des" ptType="all node" func="maxDepth" op="gt" val="1">
                          <dgm:alg type="tx">
                            <dgm:param type="parTxLTRAlign" val="l"/>
                            <dgm:param type="parTxRTLAlign" val="r"/>
                            <dgm:param type="txAnchorVertCh" val="b"/>
                            <dgm:param type="txAnchorVert" val="b"/>
                          </dgm:alg>
                        </dgm:if>
                        <dgm:else name="Name92">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parTxLTRAlign" val="l"/>
                            <dgm:param type="parTxRTLAlign" val="r"/>
                            <dgm:param type="txAnchorVert" val="t"/>
                          </dgm:alg>
                        </dgm:if>
                        <dgm:else name="Name101">
                          <dgm:alg type="tx">
                            <dgm:param type="parTxLTRAlign" val="l"/>
                            <dgm:param type="parTxRTLAlign" val="l"/>
                            <dgm:param type="txAnchorVert" val="t"/>
                          </dgm:alg>
                        </dgm:else>
                      </dgm:choose>
                    </dgm:if>
                    <dgm:else name="Name102">
                      <dgm:choose name="Name103">
                        <dgm:if name="Name104" axis="root des" ptType="all node" func="maxDepth" op="gt" val="1">
                          <dgm:alg type="tx">
                            <dgm:param type="parTxLTRAlign" val="l"/>
                            <dgm:param type="parTxRTLAlign" val="r"/>
                            <dgm:param type="txAnchorVertCh" val="b"/>
                            <dgm:param type="txAnchorVert" val="b"/>
                          </dgm:alg>
                        </dgm:if>
                        <dgm:else name="Name105">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parTxLTRAlign" val="l"/>
                            <dgm:param type="parTxRTLAlign" val="r"/>
                            <dgm:param type="txAnchorVert" val="t"/>
                          </dgm:alg>
                        </dgm:if>
                        <dgm:else name="Name114">
                          <dgm:alg type="tx">
                            <dgm:param type="parTxLTRAlign" val="l"/>
                            <dgm:param type="parTxRTLAlign" val="l"/>
                            <dgm:param type="txAnchorVert" val="t"/>
                          </dgm:alg>
                        </dgm:else>
                      </dgm:choose>
                    </dgm:if>
                    <dgm:else name="Name115">
                      <dgm:choose name="Name116">
                        <dgm:if name="Name117" axis="root des" ptType="all node" func="maxDepth" op="gt" val="1">
                          <dgm:alg type="tx">
                            <dgm:param type="parTxLTRAlign" val="l"/>
                            <dgm:param type="parTxRTLAlign" val="r"/>
                            <dgm:param type="txAnchorVertCh" val="b"/>
                            <dgm:param type="txAnchorVert" val="b"/>
                          </dgm:alg>
                        </dgm:if>
                        <dgm:else name="Name118">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parTxLTRAlign" val="l"/>
                            <dgm:param type="parTxRTLAlign" val="r"/>
                            <dgm:param type="txAnchorVert" val="t"/>
                          </dgm:alg>
                        </dgm:if>
                        <dgm:else name="Name127">
                          <dgm:alg type="tx">
                            <dgm:param type="parTxLTRAlign" val="l"/>
                            <dgm:param type="parTxRTLAlign" val="l"/>
                            <dgm:param type="txAnchorVert" val="t"/>
                          </dgm:alg>
                        </dgm:else>
                      </dgm:choose>
                    </dgm:if>
                    <dgm:else name="Name128">
                      <dgm:choose name="Name129">
                        <dgm:if name="Name130" axis="root des" ptType="all node" func="maxDepth" op="gt" val="1">
                          <dgm:alg type="tx">
                            <dgm:param type="parTxLTRAlign" val="l"/>
                            <dgm:param type="parTxRTLAlign" val="r"/>
                            <dgm:param type="txAnchorVertCh" val="b"/>
                            <dgm:param type="txAnchorVert" val="b"/>
                          </dgm:alg>
                        </dgm:if>
                        <dgm:else name="Name131">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parTxLTRAlign" val="l"/>
                            <dgm:param type="parTxRTLAlign" val="r"/>
                            <dgm:param type="txAnchorVert" val="t"/>
                          </dgm:alg>
                        </dgm:if>
                        <dgm:else name="Name144">
                          <dgm:alg type="tx">
                            <dgm:param type="parTxLTRAlign" val="l"/>
                            <dgm:param type="parTxRTLAlign" val="l"/>
                            <dgm:param type="txAnchorVert" val="t"/>
                          </dgm:alg>
                        </dgm:else>
                      </dgm:choose>
                    </dgm:if>
                    <dgm:else name="Name145">
                      <dgm:choose name="Name146">
                        <dgm:if name="Name147" axis="root des" ptType="all node" func="maxDepth" op="gt" val="1">
                          <dgm:alg type="tx">
                            <dgm:param type="parTxLTRAlign" val="l"/>
                            <dgm:param type="parTxRTLAlign" val="r"/>
                            <dgm:param type="txAnchorVertCh" val="b"/>
                            <dgm:param type="txAnchorVert" val="b"/>
                          </dgm:alg>
                        </dgm:if>
                        <dgm:else name="Name148">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parTxLTRAlign" val="l"/>
                            <dgm:param type="parTxRTLAlign" val="r"/>
                            <dgm:param type="txAnchorVert" val="t"/>
                          </dgm:alg>
                        </dgm:if>
                        <dgm:else name="Name157">
                          <dgm:alg type="tx">
                            <dgm:param type="parTxLTRAlign" val="l"/>
                            <dgm:param type="parTxRTLAlign" val="l"/>
                            <dgm:param type="txAnchorVert" val="t"/>
                          </dgm:alg>
                        </dgm:else>
                      </dgm:choose>
                    </dgm:if>
                    <dgm:else name="Name158">
                      <dgm:choose name="Name159">
                        <dgm:if name="Name160" axis="root des" ptType="all node" func="maxDepth" op="gt" val="1">
                          <dgm:alg type="tx">
                            <dgm:param type="parTxLTRAlign" val="l"/>
                            <dgm:param type="parTxRTLAlign" val="r"/>
                            <dgm:param type="txAnchorVertCh" val="b"/>
                            <dgm:param type="txAnchorVert" val="b"/>
                          </dgm:alg>
                        </dgm:if>
                        <dgm:else name="Name161">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parTxLTRAlign" val="l"/>
                            <dgm:param type="parTxRTLAlign" val="r"/>
                            <dgm:param type="txAnchorVert" val="t"/>
                          </dgm:alg>
                        </dgm:if>
                        <dgm:else name="Name170">
                          <dgm:alg type="tx">
                            <dgm:param type="parTxLTRAlign" val="l"/>
                            <dgm:param type="parTxRTLAlign" val="l"/>
                            <dgm:param type="txAnchorVert" val="t"/>
                          </dgm:alg>
                        </dgm:else>
                      </dgm:choose>
                    </dgm:if>
                    <dgm:else name="Name171">
                      <dgm:choose name="Name172">
                        <dgm:if name="Name173" axis="root des" ptType="all node" func="maxDepth" op="gt" val="1">
                          <dgm:alg type="tx">
                            <dgm:param type="parTxLTRAlign" val="l"/>
                            <dgm:param type="parTxRTLAlign" val="r"/>
                            <dgm:param type="txAnchorVertCh" val="b"/>
                            <dgm:param type="txAnchorVert" val="b"/>
                          </dgm:alg>
                        </dgm:if>
                        <dgm:else name="Name174">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parTxLTRAlign" val="l"/>
                            <dgm:param type="parTxRTLAlign" val="r"/>
                            <dgm:param type="txAnchorVert" val="t"/>
                          </dgm:alg>
                        </dgm:if>
                        <dgm:else name="Name183">
                          <dgm:alg type="tx">
                            <dgm:param type="parTxLTRAlign" val="l"/>
                            <dgm:param type="parTxRTLAlign" val="l"/>
                            <dgm:param type="txAnchorVert" val="t"/>
                          </dgm:alg>
                        </dgm:else>
                      </dgm:choose>
                    </dgm:if>
                    <dgm:else name="Name184">
                      <dgm:choose name="Name185">
                        <dgm:if name="Name186" axis="root des" ptType="all node" func="maxDepth" op="gt" val="1">
                          <dgm:alg type="tx">
                            <dgm:param type="parTxLTRAlign" val="l"/>
                            <dgm:param type="parTxRTLAlign" val="r"/>
                            <dgm:param type="txAnchorVertCh" val="b"/>
                            <dgm:param type="txAnchorVert" val="b"/>
                          </dgm:alg>
                        </dgm:if>
                        <dgm:else name="Name187">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parTxLTRAlign" val="l"/>
                            <dgm:param type="parTxRTLAlign" val="r"/>
                            <dgm:param type="txAnchorVert" val="t"/>
                          </dgm:alg>
                        </dgm:if>
                        <dgm:else name="Name196">
                          <dgm:alg type="tx">
                            <dgm:param type="parTxLTRAlign" val="l"/>
                            <dgm:param type="parTxRTLAlign" val="l"/>
                            <dgm:param type="txAnchorVert" val="t"/>
                          </dgm:alg>
                        </dgm:else>
                      </dgm:choose>
                    </dgm:if>
                    <dgm:else name="Name197">
                      <dgm:choose name="Name198">
                        <dgm:if name="Name199" axis="root des" ptType="all node" func="maxDepth" op="gt" val="1">
                          <dgm:alg type="tx">
                            <dgm:param type="parTxLTRAlign" val="l"/>
                            <dgm:param type="parTxRTLAlign" val="r"/>
                            <dgm:param type="txAnchorVertCh" val="b"/>
                            <dgm:param type="txAnchorVert" val="b"/>
                          </dgm:alg>
                        </dgm:if>
                        <dgm:else name="Name200">
                          <dgm:alg type="tx">
                            <dgm:param type="parTxLTRAlign" val="r"/>
                            <dgm:param type="parTxRTLAlign" val="r"/>
                            <dgm:param type="txAnchorVert" val="b"/>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jpe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image" Target="../media/image12.jpeg"/></Relationships>
</file>

<file path=ppt/slides/_rels/slide12.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5.png"/><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70000">
              <a:schemeClr val="accent1">
                <a:lumMod val="20000"/>
                <a:lumOff val="80000"/>
              </a:schemeClr>
            </a:gs>
            <a:gs pos="15000">
              <a:schemeClr val="bg2"/>
            </a:gs>
            <a:gs pos="95000">
              <a:schemeClr val="accent2">
                <a:lumMod val="20000"/>
                <a:lumOff val="80000"/>
              </a:schemeClr>
            </a:gs>
          </a:gsLst>
          <a:lin ang="0" scaled="0"/>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675765" y="2007235"/>
            <a:ext cx="9425305" cy="2499995"/>
          </a:xfrm>
          <a:prstGeom prst="roundRect">
            <a:avLst/>
          </a:prstGeom>
        </p:spPr>
        <p:style>
          <a:lnRef idx="3">
            <a:schemeClr val="lt1"/>
          </a:lnRef>
          <a:fillRef idx="1">
            <a:schemeClr val="accent1"/>
          </a:fillRef>
          <a:effectRef idx="1">
            <a:schemeClr val="accent1"/>
          </a:effectRef>
          <a:fontRef idx="minor">
            <a:schemeClr val="lt1"/>
          </a:fontRef>
        </p:style>
        <p:txBody>
          <a:bodyPr>
            <a:normAutofit/>
          </a:bodyPr>
          <a:lstStyle/>
          <a:p>
            <a:pPr>
              <a:lnSpc>
                <a:spcPct val="100000"/>
              </a:lnSpc>
            </a:pPr>
            <a:r>
              <a:rPr lang="en-US" sz="35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Tahoma" panose="020B0604030504040204" charset="0"/>
                <a:cs typeface="Tahoma" panose="020B0604030504040204" charset="0"/>
              </a:rPr>
              <a:t>PHÁT HUY NGUỒN LỰC CON NGƯỜI LÀ YẾU TỐ CƠ BẢN CHO SỰ PHÁT TRIỂN VÀ BỀN VỮNG TRONG QUÁ TRÌNH CÔNG </a:t>
            </a:r>
            <a:r>
              <a:rPr lang="en-US" sz="3500" b="1" dirty="0">
                <a:ln w="10160">
                  <a:solidFill>
                    <a:schemeClr val="accent5"/>
                  </a:solidFill>
                  <a:prstDash val="solid"/>
                </a:ln>
                <a:solidFill>
                  <a:srgbClr val="FFFFFF"/>
                </a:solidFill>
                <a:effectLst/>
                <a:latin typeface="Tahoma" panose="020B0604030504040204" charset="0"/>
                <a:cs typeface="Tahoma" panose="020B0604030504040204" charset="0"/>
              </a:rPr>
              <a:t>NGHIỆP </a:t>
            </a:r>
            <a:r>
              <a:rPr lang="en-US" sz="35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Tahoma" panose="020B0604030504040204" charset="0"/>
                <a:cs typeface="Tahoma" panose="020B0604030504040204" charset="0"/>
              </a:rPr>
              <a:t>HÓA - HIỆN ĐẠI HÓA</a:t>
            </a:r>
            <a:endParaRPr lang="en-US" sz="35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Tahoma" panose="020B0604030504040204" charset="0"/>
              <a:cs typeface="Tahoma" panose="020B0604030504040204" charset="0"/>
            </a:endParaRPr>
          </a:p>
        </p:txBody>
      </p:sp>
      <p:sp>
        <p:nvSpPr>
          <p:cNvPr id="3" name="Subtitle 2"/>
          <p:cNvSpPr>
            <a:spLocks noGrp="1"/>
          </p:cNvSpPr>
          <p:nvPr>
            <p:ph type="subTitle" idx="1"/>
          </p:nvPr>
        </p:nvSpPr>
        <p:spPr>
          <a:xfrm>
            <a:off x="6772275" y="5013960"/>
            <a:ext cx="5217160" cy="1775460"/>
          </a:xfrm>
        </p:spPr>
        <p:txBody>
          <a:bodyPr>
            <a:normAutofit lnSpcReduction="20000"/>
          </a:bodyPr>
          <a:lstStyle/>
          <a:p>
            <a:pPr algn="l"/>
            <a:r>
              <a:rPr lang="en-US" sz="2600">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ahoma" panose="020B0604030504040204" charset="0"/>
                <a:cs typeface="Tahoma" panose="020B0604030504040204" charset="0"/>
              </a:rPr>
              <a:t>Thành viên :</a:t>
            </a:r>
            <a:endParaRPr lang="en-US">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ahoma" panose="020B0604030504040204" charset="0"/>
              <a:cs typeface="Tahoma" panose="020B0604030504040204" charset="0"/>
            </a:endParaRPr>
          </a:p>
          <a:p>
            <a:pPr algn="l"/>
            <a:r>
              <a:rPr lang="en-US">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ahoma" panose="020B0604030504040204" charset="0"/>
                <a:cs typeface="Tahoma" panose="020B0604030504040204" charset="0"/>
              </a:rPr>
              <a:t>Nguyễn Duy Khang 	18110131</a:t>
            </a:r>
            <a:endParaRPr lang="en-US">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ahoma" panose="020B0604030504040204" charset="0"/>
              <a:cs typeface="Tahoma" panose="020B0604030504040204" charset="0"/>
            </a:endParaRPr>
          </a:p>
          <a:p>
            <a:pPr algn="l"/>
            <a:r>
              <a:rPr lang="en-US" b="1">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ahoma" panose="020B0604030504040204" charset="0"/>
                <a:cs typeface="Tahoma" panose="020B0604030504040204" charset="0"/>
              </a:rPr>
              <a:t>Vũ Thanh Lâm</a:t>
            </a:r>
            <a:r>
              <a:rPr lang="en-US">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ahoma" panose="020B0604030504040204" charset="0"/>
                <a:cs typeface="Tahoma" panose="020B0604030504040204" charset="0"/>
              </a:rPr>
              <a:t>	18110142</a:t>
            </a:r>
            <a:endParaRPr lang="en-US">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ahoma" panose="020B0604030504040204" charset="0"/>
              <a:cs typeface="Tahoma" panose="020B0604030504040204" charset="0"/>
            </a:endParaRPr>
          </a:p>
          <a:p>
            <a:pPr algn="l"/>
            <a:r>
              <a:rPr lang="en-US" b="1">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ahoma" panose="020B0604030504040204" charset="0"/>
                <a:cs typeface="Tahoma" panose="020B0604030504040204" charset="0"/>
              </a:rPr>
              <a:t>GVHD</a:t>
            </a:r>
            <a:r>
              <a:rPr lang="en-US">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ahoma" panose="020B0604030504040204" charset="0"/>
                <a:cs typeface="Tahoma" panose="020B0604030504040204" charset="0"/>
              </a:rPr>
              <a:t>: T.s Phùng Thế Anh</a:t>
            </a:r>
            <a:endParaRPr lang="en-US">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ahoma" panose="020B0604030504040204" charset="0"/>
              <a:cs typeface="Tahoma" panose="020B0604030504040204" charset="0"/>
            </a:endParaRPr>
          </a:p>
        </p:txBody>
      </p:sp>
      <p:sp>
        <p:nvSpPr>
          <p:cNvPr id="4" name="Text Box 3"/>
          <p:cNvSpPr txBox="1"/>
          <p:nvPr/>
        </p:nvSpPr>
        <p:spPr>
          <a:xfrm>
            <a:off x="629920" y="188595"/>
            <a:ext cx="10932795" cy="521970"/>
          </a:xfrm>
          <a:prstGeom prst="rect">
            <a:avLst/>
          </a:prstGeom>
          <a:noFill/>
        </p:spPr>
        <p:txBody>
          <a:bodyPr wrap="square" rtlCol="0">
            <a:spAutoFit/>
            <a:scene3d>
              <a:camera prst="orthographicFront"/>
              <a:lightRig rig="threePt" dir="t"/>
            </a:scene3d>
          </a:bodyPr>
          <a:p>
            <a:pPr algn="ctr"/>
            <a:r>
              <a:rPr lang="en-US" sz="2800" b="1">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ahoma" panose="020B0604030504040204" charset="0"/>
                <a:cs typeface="Tahoma" panose="020B0604030504040204" charset="0"/>
              </a:rPr>
              <a:t>TRƯỜNG ĐẠI HỌC SƯ PHẠM KỸ THUẬT TP. HỒ CHÍ MINH</a:t>
            </a:r>
            <a:endParaRPr lang="en-US" sz="2800" b="1">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ahoma" panose="020B0604030504040204" charset="0"/>
              <a:cs typeface="Tahoma" panose="020B0604030504040204" charset="0"/>
            </a:endParaRPr>
          </a:p>
        </p:txBody>
      </p:sp>
      <p:sp>
        <p:nvSpPr>
          <p:cNvPr id="6" name="Slide Number Placeholder 5"/>
          <p:cNvSpPr>
            <a:spLocks noGrp="1"/>
          </p:cNvSpPr>
          <p:nvPr>
            <p:ph type="sldNum" sz="quarter" idx="12"/>
          </p:nvPr>
        </p:nvSpPr>
        <p:spPr/>
        <p:txBody>
          <a:bodyPr/>
          <a:p>
            <a:fld id="{9B618960-8005-486C-9A75-10CB2AAC16F9}" type="slidenum">
              <a:rPr lang="en-US" smtClean="0">
                <a:latin typeface="Tahoma" panose="020B0604030504040204" charset="0"/>
                <a:cs typeface="Tahoma" panose="020B0604030504040204" charset="0"/>
              </a:rPr>
            </a:fld>
            <a:endParaRPr lang="en-US">
              <a:latin typeface="Tahoma" panose="020B0604030504040204" charset="0"/>
              <a:cs typeface="Tahoma" panose="020B0604030504040204" charset="0"/>
            </a:endParaRPr>
          </a:p>
        </p:txBody>
      </p:sp>
      <p:pic>
        <p:nvPicPr>
          <p:cNvPr id="5" name="Picture 4"/>
          <p:cNvPicPr>
            <a:picLocks noChangeAspect="1"/>
          </p:cNvPicPr>
          <p:nvPr/>
        </p:nvPicPr>
        <p:blipFill>
          <a:blip r:embed="rId1"/>
          <a:stretch>
            <a:fillRect/>
          </a:stretch>
        </p:blipFill>
        <p:spPr>
          <a:xfrm>
            <a:off x="5509895" y="710565"/>
            <a:ext cx="1173480" cy="12096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b="1">
                <a:solidFill>
                  <a:schemeClr val="accent1"/>
                </a:solidFill>
                <a:effectLst>
                  <a:outerShdw blurRad="38100" dist="25400" dir="5400000" algn="ctr" rotWithShape="0">
                    <a:srgbClr val="6E747A">
                      <a:alpha val="43000"/>
                    </a:srgbClr>
                  </a:outerShdw>
                </a:effectLst>
                <a:latin typeface="Tahoma" panose="020B0604030504040204" charset="0"/>
                <a:cs typeface="Tahoma" panose="020B0604030504040204" charset="0"/>
              </a:rPr>
              <a:t>NỘI DUNG CHÍNH</a:t>
            </a:r>
            <a:endParaRPr lang="en-US" b="1">
              <a:solidFill>
                <a:schemeClr val="accent1"/>
              </a:solidFill>
              <a:effectLst>
                <a:outerShdw blurRad="38100" dist="25400" dir="5400000" algn="ctr" rotWithShape="0">
                  <a:srgbClr val="6E747A">
                    <a:alpha val="43000"/>
                  </a:srgbClr>
                </a:outerShdw>
              </a:effectLst>
              <a:latin typeface="Tahoma" panose="020B0604030504040204" charset="0"/>
              <a:cs typeface="Tahoma" panose="020B0604030504040204" charset="0"/>
            </a:endParaRPr>
          </a:p>
        </p:txBody>
      </p:sp>
      <p:graphicFrame>
        <p:nvGraphicFramePr>
          <p:cNvPr id="6" name="Diagram 5"/>
          <p:cNvGraphicFramePr/>
          <p:nvPr/>
        </p:nvGraphicFramePr>
        <p:xfrm>
          <a:off x="1116965" y="1691005"/>
          <a:ext cx="10524490" cy="471233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Slide Number Placeholder 3"/>
          <p:cNvSpPr>
            <a:spLocks noGrp="1"/>
          </p:cNvSpPr>
          <p:nvPr>
            <p:ph type="sldNum" sz="quarter" idx="12"/>
          </p:nvPr>
        </p:nvSpPr>
        <p:spPr/>
        <p:txBody>
          <a:bodyPr/>
          <a:p>
            <a:fld id="{9B618960-8005-486C-9A75-10CB2AAC16F9}" type="slidenum">
              <a:rPr lang="en-US" smtClean="0">
                <a:latin typeface="Tahoma" panose="020B0604030504040204" charset="0"/>
                <a:cs typeface="Tahoma" panose="020B0604030504040204" charset="0"/>
              </a:rPr>
            </a:fld>
            <a:endParaRPr lang="en-US">
              <a:latin typeface="Tahoma" panose="020B0604030504040204" charset="0"/>
              <a:cs typeface="Tahoma" panose="020B060403050404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70000">
              <a:schemeClr val="accent1">
                <a:lumMod val="20000"/>
                <a:lumOff val="80000"/>
              </a:schemeClr>
            </a:gs>
            <a:gs pos="15000">
              <a:schemeClr val="bg2"/>
            </a:gs>
            <a:gs pos="95000">
              <a:schemeClr val="accent2">
                <a:lumMod val="20000"/>
                <a:lumOff val="80000"/>
              </a:schemeClr>
            </a:gs>
          </a:gsLst>
          <a:lin ang="0" scaled="0"/>
        </a:gradFill>
        <a:effectLst/>
      </p:bgPr>
    </p:bg>
    <p:spTree>
      <p:nvGrpSpPr>
        <p:cNvPr id="1" name=""/>
        <p:cNvGrpSpPr/>
        <p:nvPr/>
      </p:nvGrpSpPr>
      <p:grpSpPr/>
      <p:sp>
        <p:nvSpPr>
          <p:cNvPr id="2" name="Title 1"/>
          <p:cNvSpPr>
            <a:spLocks noGrp="1"/>
          </p:cNvSpPr>
          <p:nvPr>
            <p:ph type="title"/>
          </p:nvPr>
        </p:nvSpPr>
        <p:spPr>
          <a:xfrm>
            <a:off x="838200" y="1473200"/>
            <a:ext cx="10515600" cy="4338320"/>
          </a:xfrm>
        </p:spPr>
        <p:txBody>
          <a:bodyPr/>
          <a:p>
            <a:pPr algn="ctr"/>
            <a:r>
              <a:rPr lang="en-US" b="1">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ahoma" panose="020B0604030504040204" charset="0"/>
                <a:cs typeface="Tahoma" panose="020B0604030504040204" charset="0"/>
              </a:rPr>
              <a:t>1.</a:t>
            </a:r>
            <a:r>
              <a:rPr lang="en-US" b="1">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ahoma" panose="020B0604030504040204" charset="0"/>
                <a:cs typeface="Tahoma" panose="020B0604030504040204" charset="0"/>
                <a:sym typeface="+mn-ea"/>
              </a:rPr>
              <a:t> KHÁI NIỆM VỀ NGUỒN LỰC CON NGƯỜI</a:t>
            </a:r>
            <a:br>
              <a:rPr lang="en-US">
                <a:solidFill>
                  <a:schemeClr val="accent4"/>
                </a:solidFill>
              </a:rPr>
            </a:br>
            <a:endParaRPr lang="en-US">
              <a:solidFill>
                <a:schemeClr val="accent4"/>
              </a:solidFill>
            </a:endParaRPr>
          </a:p>
        </p:txBody>
      </p:sp>
      <p:sp>
        <p:nvSpPr>
          <p:cNvPr id="4" name="Slide Number Placeholder 3"/>
          <p:cNvSpPr>
            <a:spLocks noGrp="1"/>
          </p:cNvSpPr>
          <p:nvPr>
            <p:ph type="sldNum" sz="quarter" idx="12"/>
          </p:nvPr>
        </p:nvSpPr>
        <p:spPr/>
        <p:txBody>
          <a:bodyPr/>
          <a:p>
            <a:fld id="{9B618960-8005-486C-9A75-10CB2AAC16F9}" type="slidenum">
              <a:rPr lang="en-US" smtClean="0">
                <a:latin typeface="Tahoma" panose="020B0604030504040204" charset="0"/>
                <a:cs typeface="Tahoma" panose="020B0604030504040204" charset="0"/>
              </a:rPr>
            </a:fld>
            <a:endParaRPr lang="en-US">
              <a:latin typeface="Tahoma" panose="020B0604030504040204" charset="0"/>
              <a:cs typeface="Tahoma" panose="020B060403050404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1">
            <a:schemeClr val="accent1"/>
          </a:lnRef>
          <a:fillRef idx="3">
            <a:schemeClr val="accent1"/>
          </a:fillRef>
          <a:effectRef idx="2">
            <a:schemeClr val="accent1"/>
          </a:effectRef>
          <a:fontRef idx="minor">
            <a:schemeClr val="lt1"/>
          </a:fontRef>
        </p:style>
        <p:txBody>
          <a:bodyPr/>
          <a:p>
            <a:r>
              <a:rPr lang="en-US">
                <a:latin typeface="Tahoma" panose="020B0604030504040204" charset="0"/>
                <a:cs typeface="Tahoma" panose="020B0604030504040204" charset="0"/>
              </a:rPr>
              <a:t>1. Khái niệm nguồn lực con người</a:t>
            </a:r>
            <a:endParaRPr lang="en-US">
              <a:latin typeface="Tahoma" panose="020B0604030504040204" charset="0"/>
              <a:cs typeface="Tahoma" panose="020B0604030504040204" charset="0"/>
            </a:endParaRPr>
          </a:p>
        </p:txBody>
      </p:sp>
      <p:sp>
        <p:nvSpPr>
          <p:cNvPr id="3" name="Content Placeholder 2"/>
          <p:cNvSpPr>
            <a:spLocks noGrp="1"/>
          </p:cNvSpPr>
          <p:nvPr>
            <p:ph sz="half" idx="1"/>
          </p:nvPr>
        </p:nvSpPr>
        <p:spPr>
          <a:xfrm>
            <a:off x="838200" y="2404110"/>
            <a:ext cx="7635875" cy="2856230"/>
          </a:xfrm>
        </p:spPr>
        <p:txBody>
          <a:bodyPr>
            <a:normAutofit fontScale="90000"/>
          </a:bodyPr>
          <a:p>
            <a:pPr marL="0" indent="0" algn="just">
              <a:lnSpc>
                <a:spcPct val="150000"/>
              </a:lnSpc>
              <a:buNone/>
            </a:pPr>
            <a:r>
              <a:rPr lang="en-US" b="1">
                <a:latin typeface="Tahoma" panose="020B0604030504040204" charset="0"/>
                <a:cs typeface="Tahoma" panose="020B0604030504040204" charset="0"/>
              </a:rPr>
              <a:t>Theo liên hợp quốc:</a:t>
            </a:r>
            <a:r>
              <a:rPr lang="en-US">
                <a:latin typeface="Tahoma" panose="020B0604030504040204" charset="0"/>
                <a:cs typeface="Tahoma" panose="020B0604030504040204" charset="0"/>
              </a:rPr>
              <a:t> </a:t>
            </a:r>
            <a:r>
              <a:rPr lang="en-US" i="1">
                <a:latin typeface="Tahoma" panose="020B0604030504040204" charset="0"/>
                <a:cs typeface="Tahoma" panose="020B0604030504040204" charset="0"/>
              </a:rPr>
              <a:t>”Nguồn nhân lực là trình độ lành nghề, là kiến thức và năng lực của toàn bộ cuộc sống con người hiện có thực tế, hoặc tiềm năng để phát triển kinh tế-xã hội trong một cộng đồng”.</a:t>
            </a:r>
            <a:endParaRPr lang="en-US" i="1">
              <a:latin typeface="Tahoma" panose="020B0604030504040204" charset="0"/>
              <a:cs typeface="Tahoma" panose="020B0604030504040204" charset="0"/>
            </a:endParaRPr>
          </a:p>
        </p:txBody>
      </p:sp>
      <p:pic>
        <p:nvPicPr>
          <p:cNvPr id="4" name="Content Placeholder 3" descr="LHQ"/>
          <p:cNvPicPr>
            <a:picLocks noChangeAspect="1"/>
          </p:cNvPicPr>
          <p:nvPr>
            <p:ph sz="half" idx="2"/>
          </p:nvPr>
        </p:nvPicPr>
        <p:blipFill>
          <a:blip r:embed="rId1"/>
          <a:stretch>
            <a:fillRect/>
          </a:stretch>
        </p:blipFill>
        <p:spPr>
          <a:xfrm>
            <a:off x="8623300" y="2145030"/>
            <a:ext cx="3227070" cy="2807335"/>
          </a:xfrm>
          <a:prstGeom prst="rect">
            <a:avLst/>
          </a:prstGeom>
        </p:spPr>
      </p:pic>
      <p:sp>
        <p:nvSpPr>
          <p:cNvPr id="6" name="Slide Number Placeholder 5"/>
          <p:cNvSpPr>
            <a:spLocks noGrp="1"/>
          </p:cNvSpPr>
          <p:nvPr>
            <p:ph type="sldNum" sz="quarter" idx="12"/>
          </p:nvPr>
        </p:nvSpPr>
        <p:spPr/>
        <p:txBody>
          <a:bodyPr/>
          <a:p>
            <a:fld id="{9B618960-8005-486C-9A75-10CB2AAC16F9}" type="slidenum">
              <a:rPr lang="en-US" smtClean="0">
                <a:latin typeface="Tahoma" panose="020B0604030504040204" charset="0"/>
                <a:cs typeface="Tahoma" panose="020B0604030504040204" charset="0"/>
              </a:rPr>
            </a:fld>
            <a:endParaRPr lang="en-US">
              <a:latin typeface="Tahoma" panose="020B0604030504040204" charset="0"/>
              <a:cs typeface="Tahoma" panose="020B060403050404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2">
            <a:schemeClr val="accent1">
              <a:shade val="50000"/>
            </a:schemeClr>
          </a:lnRef>
          <a:fillRef idx="1">
            <a:schemeClr val="accent1"/>
          </a:fillRef>
          <a:effectRef idx="0">
            <a:schemeClr val="accent1"/>
          </a:effectRef>
          <a:fontRef idx="minor">
            <a:schemeClr val="lt1"/>
          </a:fontRef>
        </p:style>
        <p:txBody>
          <a:bodyPr/>
          <a:p>
            <a:r>
              <a:rPr lang="en-US">
                <a:latin typeface="Tahoma" panose="020B0604030504040204" charset="0"/>
                <a:cs typeface="Tahoma" panose="020B0604030504040204" charset="0"/>
              </a:rPr>
              <a:t>1. Khái niệm nguồn lực con người</a:t>
            </a:r>
            <a:endParaRPr lang="en-US">
              <a:latin typeface="Tahoma" panose="020B0604030504040204" charset="0"/>
              <a:cs typeface="Tahoma" panose="020B0604030504040204" charset="0"/>
            </a:endParaRPr>
          </a:p>
        </p:txBody>
      </p:sp>
      <p:sp>
        <p:nvSpPr>
          <p:cNvPr id="3" name="Content Placeholder 2"/>
          <p:cNvSpPr>
            <a:spLocks noGrp="1"/>
          </p:cNvSpPr>
          <p:nvPr>
            <p:ph sz="half" idx="1"/>
          </p:nvPr>
        </p:nvSpPr>
        <p:spPr>
          <a:xfrm>
            <a:off x="838200" y="2204720"/>
            <a:ext cx="7037070" cy="3972560"/>
          </a:xfrm>
        </p:spPr>
        <p:txBody>
          <a:bodyPr>
            <a:normAutofit lnSpcReduction="10000"/>
          </a:bodyPr>
          <a:p>
            <a:pPr marL="0" indent="0" algn="just">
              <a:lnSpc>
                <a:spcPct val="150000"/>
              </a:lnSpc>
              <a:buNone/>
            </a:pPr>
            <a:r>
              <a:rPr lang="en-US" sz="2500" b="1">
                <a:latin typeface="Tahoma" panose="020B0604030504040204" charset="0"/>
                <a:cs typeface="Tahoma" panose="020B0604030504040204" charset="0"/>
              </a:rPr>
              <a:t>Theo quan điểm của tổ chức lao động quốc tế (ILO):</a:t>
            </a:r>
            <a:r>
              <a:rPr lang="en-US" sz="2500">
                <a:latin typeface="Tahoma" panose="020B0604030504040204" charset="0"/>
                <a:cs typeface="Tahoma" panose="020B0604030504040204" charset="0"/>
              </a:rPr>
              <a:t> </a:t>
            </a:r>
            <a:r>
              <a:rPr lang="en-US" sz="2500" i="1">
                <a:latin typeface="Tahoma" panose="020B0604030504040204" charset="0"/>
                <a:cs typeface="Tahoma" panose="020B0604030504040204" charset="0"/>
              </a:rPr>
              <a:t>nguồn nhân lực là lực lượng lao động , là tổng thể các tiềm năng lao động của con người của một quốc gia đã được chuẩn bị ở một mức độ nhất định, có khả năng huy động vào quá trình phát triển kinh tế - xã hội của đất nước</a:t>
            </a:r>
            <a:r>
              <a:rPr lang="en-US" sz="2500">
                <a:latin typeface="Tahoma" panose="020B0604030504040204" charset="0"/>
                <a:cs typeface="Tahoma" panose="020B0604030504040204" charset="0"/>
              </a:rPr>
              <a:t>.</a:t>
            </a:r>
            <a:endParaRPr lang="en-US" sz="2500">
              <a:latin typeface="Tahoma" panose="020B0604030504040204" charset="0"/>
              <a:cs typeface="Tahoma" panose="020B0604030504040204" charset="0"/>
            </a:endParaRPr>
          </a:p>
        </p:txBody>
      </p:sp>
      <p:pic>
        <p:nvPicPr>
          <p:cNvPr id="5" name="Content Placeholder 4" descr="ILO2"/>
          <p:cNvPicPr>
            <a:picLocks noChangeAspect="1"/>
          </p:cNvPicPr>
          <p:nvPr>
            <p:ph sz="half" idx="2"/>
          </p:nvPr>
        </p:nvPicPr>
        <p:blipFill>
          <a:blip r:embed="rId1"/>
          <a:stretch>
            <a:fillRect/>
          </a:stretch>
        </p:blipFill>
        <p:spPr>
          <a:xfrm>
            <a:off x="7976870" y="2503805"/>
            <a:ext cx="3794760" cy="3064510"/>
          </a:xfrm>
          <a:prstGeom prst="rect">
            <a:avLst/>
          </a:prstGeom>
        </p:spPr>
      </p:pic>
      <p:sp>
        <p:nvSpPr>
          <p:cNvPr id="6" name="Slide Number Placeholder 5"/>
          <p:cNvSpPr>
            <a:spLocks noGrp="1"/>
          </p:cNvSpPr>
          <p:nvPr>
            <p:ph type="sldNum" sz="quarter" idx="12"/>
          </p:nvPr>
        </p:nvSpPr>
        <p:spPr/>
        <p:txBody>
          <a:bodyPr/>
          <a:p>
            <a:fld id="{9B618960-8005-486C-9A75-10CB2AAC16F9}" type="slidenum">
              <a:rPr lang="en-US" smtClean="0">
                <a:latin typeface="Tahoma" panose="020B0604030504040204" charset="0"/>
                <a:cs typeface="Tahoma" panose="020B0604030504040204" charset="0"/>
              </a:rPr>
            </a:fld>
            <a:endParaRPr lang="en-US">
              <a:latin typeface="Tahoma" panose="020B0604030504040204" charset="0"/>
              <a:cs typeface="Tahoma" panose="020B06040305040402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44805"/>
            <a:ext cx="10515600" cy="1325563"/>
          </a:xfrm>
        </p:spPr>
        <p:style>
          <a:lnRef idx="1">
            <a:schemeClr val="accent1"/>
          </a:lnRef>
          <a:fillRef idx="3">
            <a:schemeClr val="accent1"/>
          </a:fillRef>
          <a:effectRef idx="2">
            <a:schemeClr val="accent1"/>
          </a:effectRef>
          <a:fontRef idx="minor">
            <a:schemeClr val="lt1"/>
          </a:fontRef>
        </p:style>
        <p:txBody>
          <a:bodyPr/>
          <a:p>
            <a:r>
              <a:rPr lang="en-US">
                <a:latin typeface="Tahoma" panose="020B0604030504040204" charset="0"/>
                <a:cs typeface="Tahoma" panose="020B0604030504040204" charset="0"/>
              </a:rPr>
              <a:t>1. Khái niệm nguồn lực con người</a:t>
            </a:r>
            <a:endParaRPr lang="en-US">
              <a:latin typeface="Tahoma" panose="020B0604030504040204" charset="0"/>
              <a:cs typeface="Tahoma" panose="020B0604030504040204" charset="0"/>
            </a:endParaRPr>
          </a:p>
        </p:txBody>
      </p:sp>
      <p:sp>
        <p:nvSpPr>
          <p:cNvPr id="3" name="Content Placeholder 2"/>
          <p:cNvSpPr>
            <a:spLocks noGrp="1"/>
          </p:cNvSpPr>
          <p:nvPr>
            <p:ph sz="half" idx="1"/>
          </p:nvPr>
        </p:nvSpPr>
        <p:spPr>
          <a:xfrm>
            <a:off x="838200" y="1825625"/>
            <a:ext cx="7404100" cy="4351655"/>
          </a:xfrm>
        </p:spPr>
        <p:txBody>
          <a:bodyPr>
            <a:normAutofit fontScale="90000"/>
          </a:bodyPr>
          <a:p>
            <a:pPr marL="0" indent="0" algn="just">
              <a:lnSpc>
                <a:spcPct val="150000"/>
              </a:lnSpc>
              <a:buNone/>
            </a:pPr>
            <a:r>
              <a:rPr lang="en-US" sz="2000" b="1">
                <a:latin typeface="Tahoma" panose="020B0604030504040204" charset="0"/>
                <a:cs typeface="Tahoma" panose="020B0604030504040204" charset="0"/>
              </a:rPr>
              <a:t>Theo Đảng cộng sản Việt Nam </a:t>
            </a:r>
            <a:r>
              <a:rPr lang="en-US" sz="2000">
                <a:latin typeface="Tahoma" panose="020B0604030504040204" charset="0"/>
                <a:cs typeface="Tahoma" panose="020B0604030504040204" charset="0"/>
              </a:rPr>
              <a:t>: </a:t>
            </a:r>
            <a:r>
              <a:rPr lang="en-US" sz="2000" i="1">
                <a:latin typeface="Tahoma" panose="020B0604030504040204" charset="0"/>
                <a:cs typeface="Tahoma" panose="020B0604030504040204" charset="0"/>
              </a:rPr>
              <a:t>Nguồn lực con người được xem xét ở các tiêu chí: Số lượng và chất lượng con người (bao gồm cả thể chất và tinh thần, sức khỏe và trí tuệ, năng lực và phẩm chất), là tổng thể chất dự trữ, những tiềm năng, những lực lượng thể hiện sức mạnh và sự tác động của con người trong việc cải tạo tự nhiên và xã hội, là sự kết hợp sức lực và thể lực tạo nên năng lực sáng tạo, chất lượng, hiệu quả hoạt động và triển vọng phát triển mới của con người, là kinh nghiệm sống, đặc biệt là kinh nghiệm được tích lũy qua sự nếm trải trực tiếp của con người tạo thành thói quen, kỹ năng tổng hợp của mỗi người, của cộng đồng</a:t>
            </a:r>
            <a:r>
              <a:rPr lang="en-US" sz="2000">
                <a:latin typeface="Tahoma" panose="020B0604030504040204" charset="0"/>
                <a:cs typeface="Tahoma" panose="020B0604030504040204" charset="0"/>
              </a:rPr>
              <a:t>. </a:t>
            </a:r>
            <a:endParaRPr lang="en-US" sz="2000">
              <a:latin typeface="Tahoma" panose="020B0604030504040204" charset="0"/>
              <a:cs typeface="Tahoma" panose="020B0604030504040204" charset="0"/>
            </a:endParaRPr>
          </a:p>
        </p:txBody>
      </p:sp>
      <p:pic>
        <p:nvPicPr>
          <p:cNvPr id="5" name="Content Placeholder 4" descr="DCS"/>
          <p:cNvPicPr>
            <a:picLocks noChangeAspect="1"/>
          </p:cNvPicPr>
          <p:nvPr>
            <p:ph sz="half" idx="2"/>
          </p:nvPr>
        </p:nvPicPr>
        <p:blipFill>
          <a:blip r:embed="rId1"/>
          <a:stretch>
            <a:fillRect/>
          </a:stretch>
        </p:blipFill>
        <p:spPr>
          <a:xfrm>
            <a:off x="8710295" y="2072005"/>
            <a:ext cx="3218180" cy="2670810"/>
          </a:xfrm>
          <a:prstGeom prst="rect">
            <a:avLst/>
          </a:prstGeom>
        </p:spPr>
      </p:pic>
      <p:sp>
        <p:nvSpPr>
          <p:cNvPr id="6" name="Slide Number Placeholder 5"/>
          <p:cNvSpPr>
            <a:spLocks noGrp="1"/>
          </p:cNvSpPr>
          <p:nvPr>
            <p:ph type="sldNum" sz="quarter" idx="12"/>
          </p:nvPr>
        </p:nvSpPr>
        <p:spPr/>
        <p:txBody>
          <a:bodyPr/>
          <a:p>
            <a:fld id="{9B618960-8005-486C-9A75-10CB2AAC16F9}" type="slidenum">
              <a:rPr lang="en-US" smtClean="0">
                <a:latin typeface="Tahoma" panose="020B0604030504040204" charset="0"/>
                <a:cs typeface="Tahoma" panose="020B0604030504040204" charset="0"/>
              </a:rPr>
            </a:fld>
            <a:endParaRPr lang="en-US">
              <a:latin typeface="Tahoma" panose="020B0604030504040204" charset="0"/>
              <a:cs typeface="Tahoma" panose="020B060403050404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70000">
              <a:schemeClr val="accent1">
                <a:lumMod val="20000"/>
                <a:lumOff val="80000"/>
              </a:schemeClr>
            </a:gs>
            <a:gs pos="15000">
              <a:schemeClr val="bg2"/>
            </a:gs>
            <a:gs pos="95000">
              <a:schemeClr val="accent2">
                <a:lumMod val="20000"/>
                <a:lumOff val="80000"/>
              </a:schemeClr>
            </a:gs>
          </a:gsLst>
          <a:lin ang="0" scaled="0"/>
        </a:gradFill>
        <a:effectLst/>
      </p:bgPr>
    </p:bg>
    <p:spTree>
      <p:nvGrpSpPr>
        <p:cNvPr id="1" name=""/>
        <p:cNvGrpSpPr/>
        <p:nvPr/>
      </p:nvGrpSpPr>
      <p:grpSpPr/>
      <p:sp>
        <p:nvSpPr>
          <p:cNvPr id="2" name="Title 1"/>
          <p:cNvSpPr>
            <a:spLocks noGrp="1"/>
          </p:cNvSpPr>
          <p:nvPr>
            <p:ph type="title"/>
          </p:nvPr>
        </p:nvSpPr>
        <p:spPr>
          <a:xfrm>
            <a:off x="838200" y="1472565"/>
            <a:ext cx="10515600" cy="2868295"/>
          </a:xfrm>
        </p:spPr>
        <p:txBody>
          <a:bodyPr/>
          <a:p>
            <a:pPr algn="ctr"/>
            <a:r>
              <a:rPr lang="en-US" b="1">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ahoma" panose="020B0604030504040204" charset="0"/>
                <a:cs typeface="Tahoma" panose="020B0604030504040204" charset="0"/>
              </a:rPr>
              <a:t>2. CÁC NHÂN TỐ ẢNH HƯỞNG ĐẾN NGUỒN LỰC CON NGƯỜI</a:t>
            </a:r>
            <a:endParaRPr lang="en-US" b="1">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ahoma" panose="020B0604030504040204" charset="0"/>
              <a:cs typeface="Tahoma" panose="020B0604030504040204" charset="0"/>
            </a:endParaRPr>
          </a:p>
        </p:txBody>
      </p:sp>
      <p:sp>
        <p:nvSpPr>
          <p:cNvPr id="4" name="Slide Number Placeholder 3"/>
          <p:cNvSpPr>
            <a:spLocks noGrp="1"/>
          </p:cNvSpPr>
          <p:nvPr>
            <p:ph type="sldNum" sz="quarter" idx="12"/>
          </p:nvPr>
        </p:nvSpPr>
        <p:spPr/>
        <p:txBody>
          <a:bodyPr/>
          <a:p>
            <a:fld id="{9B618960-8005-486C-9A75-10CB2AAC16F9}" type="slidenum">
              <a:rPr lang="en-US" smtClean="0">
                <a:latin typeface="Tahoma" panose="020B0604030504040204" charset="0"/>
                <a:cs typeface="Tahoma" panose="020B0604030504040204" charset="0"/>
              </a:rPr>
            </a:fld>
            <a:endParaRPr lang="en-US" smtClean="0">
              <a:latin typeface="Tahoma" panose="020B0604030504040204" charset="0"/>
              <a:cs typeface="Tahoma" panose="020B060403050404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1">
            <a:schemeClr val="accent4"/>
          </a:lnRef>
          <a:fillRef idx="3">
            <a:schemeClr val="accent4"/>
          </a:fillRef>
          <a:effectRef idx="2">
            <a:schemeClr val="accent4"/>
          </a:effectRef>
          <a:fontRef idx="minor">
            <a:schemeClr val="lt1"/>
          </a:fontRef>
        </p:style>
        <p:txBody>
          <a:bodyPr>
            <a:normAutofit/>
          </a:bodyPr>
          <a:p>
            <a:r>
              <a:rPr lang="en-US" sz="3500">
                <a:latin typeface="Tahoma" panose="020B0604030504040204" charset="0"/>
                <a:cs typeface="Tahoma" panose="020B0604030504040204" charset="0"/>
              </a:rPr>
              <a:t>2. Các nhân tố ảnh hưởng đến nguồn lực con người</a:t>
            </a:r>
            <a:endParaRPr lang="en-US" sz="3500">
              <a:latin typeface="Tahoma" panose="020B0604030504040204" charset="0"/>
              <a:cs typeface="Tahoma" panose="020B0604030504040204" charset="0"/>
            </a:endParaRPr>
          </a:p>
        </p:txBody>
      </p:sp>
      <p:graphicFrame>
        <p:nvGraphicFramePr>
          <p:cNvPr id="21" name="Diagram 20"/>
          <p:cNvGraphicFramePr/>
          <p:nvPr/>
        </p:nvGraphicFramePr>
        <p:xfrm>
          <a:off x="2032000" y="1827530"/>
          <a:ext cx="8128000" cy="489458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Slide Number Placeholder 3"/>
          <p:cNvSpPr>
            <a:spLocks noGrp="1"/>
          </p:cNvSpPr>
          <p:nvPr>
            <p:ph type="sldNum" sz="quarter" idx="12"/>
          </p:nvPr>
        </p:nvSpPr>
        <p:spPr/>
        <p:txBody>
          <a:bodyPr/>
          <a:p>
            <a:fld id="{9B618960-8005-486C-9A75-10CB2AAC16F9}" type="slidenum">
              <a:rPr lang="en-US" smtClean="0">
                <a:latin typeface="Tahoma" panose="020B0604030504040204" charset="0"/>
                <a:cs typeface="Tahoma" panose="020B0604030504040204" charset="0"/>
              </a:rPr>
            </a:fld>
            <a:endParaRPr lang="en-US">
              <a:latin typeface="Tahoma" panose="020B0604030504040204" charset="0"/>
              <a:cs typeface="Tahoma" panose="020B06040305040402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70000">
              <a:schemeClr val="accent1">
                <a:lumMod val="20000"/>
                <a:lumOff val="80000"/>
              </a:schemeClr>
            </a:gs>
            <a:gs pos="15000">
              <a:schemeClr val="bg2"/>
            </a:gs>
            <a:gs pos="95000">
              <a:schemeClr val="accent2">
                <a:lumMod val="20000"/>
                <a:lumOff val="80000"/>
              </a:schemeClr>
            </a:gs>
          </a:gsLst>
          <a:lin ang="0" scaled="0"/>
        </a:gradFill>
        <a:effectLst/>
      </p:bgPr>
    </p:bg>
    <p:spTree>
      <p:nvGrpSpPr>
        <p:cNvPr id="1" name=""/>
        <p:cNvGrpSpPr/>
        <p:nvPr/>
      </p:nvGrpSpPr>
      <p:grpSpPr/>
      <p:sp>
        <p:nvSpPr>
          <p:cNvPr id="2" name="Title 1"/>
          <p:cNvSpPr>
            <a:spLocks noGrp="1"/>
          </p:cNvSpPr>
          <p:nvPr>
            <p:ph type="title"/>
          </p:nvPr>
        </p:nvSpPr>
        <p:spPr>
          <a:xfrm>
            <a:off x="838200" y="365125"/>
            <a:ext cx="10515600" cy="5878830"/>
          </a:xfrm>
        </p:spPr>
        <p:txBody>
          <a:bodyPr>
            <a:normAutofit/>
          </a:bodyPr>
          <a:p>
            <a:pPr marL="0" indent="0" algn="ctr"/>
            <a:r>
              <a:rPr lang="en-US" b="1">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ahoma" panose="020B0604030504040204" charset="0"/>
                <a:cs typeface="Tahoma" panose="020B0604030504040204" charset="0"/>
              </a:rPr>
              <a:t>3. NGUỒN LỰC CON NGƯỜI LÀ NGUỒN LỰC CƠ BẢN CHO SỰ PHÁT TRIỂN BỀN VỮNG TRONG QUÁ TRÌNH CÔNG NGHIỆP HÓA HIỆN ĐẠI HÓA</a:t>
            </a:r>
            <a:endParaRPr lang="en-US" b="1">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Tahoma" panose="020B0604030504040204" charset="0"/>
              <a:cs typeface="Tahoma" panose="020B0604030504040204" charset="0"/>
            </a:endParaRPr>
          </a:p>
        </p:txBody>
      </p:sp>
      <p:sp>
        <p:nvSpPr>
          <p:cNvPr id="4" name="Slide Number Placeholder 3"/>
          <p:cNvSpPr>
            <a:spLocks noGrp="1"/>
          </p:cNvSpPr>
          <p:nvPr>
            <p:ph type="sldNum" sz="quarter" idx="12"/>
          </p:nvPr>
        </p:nvSpPr>
        <p:spPr/>
        <p:txBody>
          <a:bodyPr/>
          <a:p>
            <a:fld id="{9B618960-8005-486C-9A75-10CB2AAC16F9}" type="slidenum">
              <a:rPr lang="en-US" smtClean="0">
                <a:latin typeface="Tahoma" panose="020B0604030504040204" charset="0"/>
                <a:cs typeface="Tahoma" panose="020B0604030504040204" charset="0"/>
              </a:rPr>
            </a:fld>
            <a:endParaRPr lang="en-US">
              <a:latin typeface="Tahoma" panose="020B0604030504040204" charset="0"/>
              <a:cs typeface="Tahoma" panose="020B060403050404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style>
          <a:lnRef idx="1">
            <a:schemeClr val="accent5"/>
          </a:lnRef>
          <a:fillRef idx="3">
            <a:schemeClr val="accent5"/>
          </a:fillRef>
          <a:effectRef idx="2">
            <a:schemeClr val="accent5"/>
          </a:effectRef>
          <a:fontRef idx="minor">
            <a:schemeClr val="lt1"/>
          </a:fontRef>
        </p:style>
        <p:txBody>
          <a:bodyPr>
            <a:normAutofit fontScale="90000"/>
          </a:bodyPr>
          <a:p>
            <a:pPr algn="just">
              <a:lnSpc>
                <a:spcPct val="100000"/>
              </a:lnSpc>
            </a:pPr>
            <a:r>
              <a:rPr lang="en-US" sz="3000">
                <a:latin typeface="Tahoma" panose="020B0604030504040204" charset="0"/>
                <a:cs typeface="Tahoma" panose="020B0604030504040204" charset="0"/>
              </a:rPr>
              <a:t>3. Nguồn lực con người là nguồn lực cơ bản cho sự phát triển và bền vững trong quá trình công nghiệp hóa, hiện đại hóa</a:t>
            </a:r>
            <a:endParaRPr lang="en-US" sz="3000">
              <a:latin typeface="Tahoma" panose="020B0604030504040204" charset="0"/>
              <a:cs typeface="Tahoma" panose="020B0604030504040204" charset="0"/>
            </a:endParaRPr>
          </a:p>
        </p:txBody>
      </p:sp>
      <p:sp>
        <p:nvSpPr>
          <p:cNvPr id="7" name="Text Box 6"/>
          <p:cNvSpPr txBox="1"/>
          <p:nvPr/>
        </p:nvSpPr>
        <p:spPr>
          <a:xfrm>
            <a:off x="925830" y="2627630"/>
            <a:ext cx="6459855" cy="2030095"/>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wrap="square" rtlCol="0">
            <a:spAutoFit/>
          </a:bodyPr>
          <a:p>
            <a:pPr algn="just">
              <a:lnSpc>
                <a:spcPct val="150000"/>
              </a:lnSpc>
            </a:pPr>
            <a:r>
              <a:rPr lang="en-US" sz="2800">
                <a:latin typeface="Tahoma" panose="020B0604030504040204" charset="0"/>
                <a:cs typeface="Tahoma" panose="020B0604030504040204" charset="0"/>
              </a:rPr>
              <a:t>Con người là chủ thể của quá trình sản xuất, các nguồn lực khác (tài nguyên thiên nhiên, vốn,..) chỉ là khách thể</a:t>
            </a:r>
            <a:endParaRPr lang="en-US" sz="2800">
              <a:latin typeface="Tahoma" panose="020B0604030504040204" charset="0"/>
              <a:cs typeface="Tahoma" panose="020B0604030504040204" charset="0"/>
            </a:endParaRPr>
          </a:p>
        </p:txBody>
      </p:sp>
      <p:pic>
        <p:nvPicPr>
          <p:cNvPr id="8" name="Content Placeholder 7" descr="chuthe"/>
          <p:cNvPicPr>
            <a:picLocks noChangeAspect="1"/>
          </p:cNvPicPr>
          <p:nvPr>
            <p:ph sz="half" idx="1"/>
          </p:nvPr>
        </p:nvPicPr>
        <p:blipFill>
          <a:blip r:embed="rId1"/>
          <a:stretch>
            <a:fillRect/>
          </a:stretch>
        </p:blipFill>
        <p:spPr>
          <a:xfrm>
            <a:off x="9248775" y="3538855"/>
            <a:ext cx="1714500" cy="1714500"/>
          </a:xfrm>
          <a:prstGeom prst="rect">
            <a:avLst/>
          </a:prstGeom>
        </p:spPr>
      </p:pic>
      <p:pic>
        <p:nvPicPr>
          <p:cNvPr id="11" name="Content Placeholder 10" descr="oil"/>
          <p:cNvPicPr>
            <a:picLocks noChangeAspect="1"/>
          </p:cNvPicPr>
          <p:nvPr>
            <p:ph sz="half" idx="2"/>
          </p:nvPr>
        </p:nvPicPr>
        <p:blipFill>
          <a:blip r:embed="rId2"/>
          <a:stretch>
            <a:fillRect/>
          </a:stretch>
        </p:blipFill>
        <p:spPr>
          <a:xfrm>
            <a:off x="10804525" y="3049270"/>
            <a:ext cx="632460" cy="632460"/>
          </a:xfrm>
          <a:prstGeom prst="rect">
            <a:avLst/>
          </a:prstGeom>
        </p:spPr>
      </p:pic>
      <p:pic>
        <p:nvPicPr>
          <p:cNvPr id="13" name="Picture 12" descr="water"/>
          <p:cNvPicPr>
            <a:picLocks noChangeAspect="1"/>
          </p:cNvPicPr>
          <p:nvPr/>
        </p:nvPicPr>
        <p:blipFill>
          <a:blip r:embed="rId3"/>
          <a:stretch>
            <a:fillRect/>
          </a:stretch>
        </p:blipFill>
        <p:spPr>
          <a:xfrm>
            <a:off x="10251440" y="5619750"/>
            <a:ext cx="553085" cy="565785"/>
          </a:xfrm>
          <a:prstGeom prst="rect">
            <a:avLst/>
          </a:prstGeom>
        </p:spPr>
      </p:pic>
      <p:pic>
        <p:nvPicPr>
          <p:cNvPr id="14" name="Picture 13" descr="rock"/>
          <p:cNvPicPr>
            <a:picLocks noChangeAspect="1"/>
          </p:cNvPicPr>
          <p:nvPr/>
        </p:nvPicPr>
        <p:blipFill>
          <a:blip r:embed="rId4"/>
          <a:stretch>
            <a:fillRect/>
          </a:stretch>
        </p:blipFill>
        <p:spPr>
          <a:xfrm>
            <a:off x="9396730" y="2174875"/>
            <a:ext cx="1261110" cy="982980"/>
          </a:xfrm>
          <a:prstGeom prst="rect">
            <a:avLst/>
          </a:prstGeom>
        </p:spPr>
      </p:pic>
      <p:pic>
        <p:nvPicPr>
          <p:cNvPr id="15" name="Picture 14" descr="tree"/>
          <p:cNvPicPr>
            <a:picLocks noChangeAspect="1"/>
          </p:cNvPicPr>
          <p:nvPr/>
        </p:nvPicPr>
        <p:blipFill>
          <a:blip r:embed="rId5"/>
          <a:stretch>
            <a:fillRect/>
          </a:stretch>
        </p:blipFill>
        <p:spPr>
          <a:xfrm>
            <a:off x="11152505" y="5045710"/>
            <a:ext cx="708660" cy="1013460"/>
          </a:xfrm>
          <a:prstGeom prst="rect">
            <a:avLst/>
          </a:prstGeom>
        </p:spPr>
      </p:pic>
      <p:pic>
        <p:nvPicPr>
          <p:cNvPr id="16" name="Picture 15" descr="money"/>
          <p:cNvPicPr>
            <a:picLocks noChangeAspect="1"/>
          </p:cNvPicPr>
          <p:nvPr/>
        </p:nvPicPr>
        <p:blipFill>
          <a:blip r:embed="rId6"/>
          <a:stretch>
            <a:fillRect/>
          </a:stretch>
        </p:blipFill>
        <p:spPr>
          <a:xfrm>
            <a:off x="7974965" y="5223510"/>
            <a:ext cx="962025" cy="962025"/>
          </a:xfrm>
          <a:prstGeom prst="rect">
            <a:avLst/>
          </a:prstGeom>
        </p:spPr>
      </p:pic>
      <p:pic>
        <p:nvPicPr>
          <p:cNvPr id="17" name="Picture 16" descr="images"/>
          <p:cNvPicPr>
            <a:picLocks noChangeAspect="1"/>
          </p:cNvPicPr>
          <p:nvPr/>
        </p:nvPicPr>
        <p:blipFill>
          <a:blip r:embed="rId7"/>
          <a:stretch>
            <a:fillRect/>
          </a:stretch>
        </p:blipFill>
        <p:spPr>
          <a:xfrm>
            <a:off x="8068945" y="3768090"/>
            <a:ext cx="1179830" cy="732790"/>
          </a:xfrm>
          <a:prstGeom prst="rect">
            <a:avLst/>
          </a:prstGeom>
        </p:spPr>
      </p:pic>
      <p:sp>
        <p:nvSpPr>
          <p:cNvPr id="4" name="Slide Number Placeholder 3"/>
          <p:cNvSpPr>
            <a:spLocks noGrp="1"/>
          </p:cNvSpPr>
          <p:nvPr>
            <p:ph type="sldNum" sz="quarter" idx="12"/>
          </p:nvPr>
        </p:nvSpPr>
        <p:spPr/>
        <p:txBody>
          <a:bodyPr/>
          <a:p>
            <a:fld id="{9B618960-8005-486C-9A75-10CB2AAC16F9}" type="slidenum">
              <a:rPr lang="en-US" smtClean="0">
                <a:latin typeface="Tahoma" panose="020B0604030504040204" charset="0"/>
                <a:cs typeface="Tahoma" panose="020B0604030504040204" charset="0"/>
              </a:rPr>
            </a:fld>
            <a:endParaRPr lang="en-US">
              <a:latin typeface="Tahoma" panose="020B0604030504040204" charset="0"/>
              <a:cs typeface="Tahoma" panose="020B060403050404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982980"/>
          </a:xfrm>
        </p:spPr>
        <p:style>
          <a:lnRef idx="1">
            <a:schemeClr val="accent5"/>
          </a:lnRef>
          <a:fillRef idx="3">
            <a:schemeClr val="accent5"/>
          </a:fillRef>
          <a:effectRef idx="2">
            <a:schemeClr val="accent5"/>
          </a:effectRef>
          <a:fontRef idx="minor">
            <a:schemeClr val="lt1"/>
          </a:fontRef>
        </p:style>
        <p:txBody>
          <a:bodyPr>
            <a:noAutofit/>
          </a:bodyPr>
          <a:p>
            <a:pPr algn="just">
              <a:lnSpc>
                <a:spcPct val="100000"/>
              </a:lnSpc>
            </a:pPr>
            <a:r>
              <a:rPr lang="en-US" sz="2700">
                <a:latin typeface="Tahoma" panose="020B0604030504040204" charset="0"/>
                <a:cs typeface="Tahoma" panose="020B0604030504040204" charset="0"/>
              </a:rPr>
              <a:t>3. Nguồn lực con người là nguồn lực cơ bản cho sự phát triển và bền vững trong quá trình công nghiệp hóa, hiện đại hóa</a:t>
            </a:r>
            <a:endParaRPr lang="en-US" sz="2700">
              <a:latin typeface="Tahoma" panose="020B0604030504040204" charset="0"/>
              <a:cs typeface="Tahoma" panose="020B0604030504040204" charset="0"/>
            </a:endParaRPr>
          </a:p>
        </p:txBody>
      </p:sp>
      <p:sp>
        <p:nvSpPr>
          <p:cNvPr id="7" name="Text Box 6"/>
          <p:cNvSpPr txBox="1"/>
          <p:nvPr/>
        </p:nvSpPr>
        <p:spPr>
          <a:xfrm>
            <a:off x="925830" y="2627630"/>
            <a:ext cx="6459855" cy="2030095"/>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wrap="square" rtlCol="0">
            <a:spAutoFit/>
          </a:bodyPr>
          <a:p>
            <a:pPr algn="just">
              <a:lnSpc>
                <a:spcPct val="150000"/>
              </a:lnSpc>
            </a:pPr>
            <a:r>
              <a:rPr lang="en-US" sz="2800">
                <a:latin typeface="Tahoma" panose="020B0604030504040204" charset="0"/>
                <a:cs typeface="Tahoma" panose="020B0604030504040204" charset="0"/>
              </a:rPr>
              <a:t>Nguồn lực con người là vô hạn, các nguồn lực khác (tài nguyên thiên nhiên, vốn,..) là hữu hạn.</a:t>
            </a:r>
            <a:endParaRPr lang="en-US" sz="2800">
              <a:latin typeface="Tahoma" panose="020B0604030504040204" charset="0"/>
              <a:cs typeface="Tahoma" panose="020B0604030504040204" charset="0"/>
            </a:endParaRPr>
          </a:p>
        </p:txBody>
      </p:sp>
      <p:pic>
        <p:nvPicPr>
          <p:cNvPr id="3" name="Content Placeholder 2" descr="CL"/>
          <p:cNvPicPr>
            <a:picLocks noChangeAspect="1"/>
          </p:cNvPicPr>
          <p:nvPr>
            <p:ph sz="half" idx="1"/>
          </p:nvPr>
        </p:nvPicPr>
        <p:blipFill>
          <a:blip r:embed="rId1"/>
          <a:stretch>
            <a:fillRect/>
          </a:stretch>
        </p:blipFill>
        <p:spPr>
          <a:xfrm>
            <a:off x="8229600" y="1725930"/>
            <a:ext cx="1837690" cy="1905635"/>
          </a:xfrm>
          <a:prstGeom prst="rect">
            <a:avLst/>
          </a:prstGeom>
        </p:spPr>
      </p:pic>
      <p:pic>
        <p:nvPicPr>
          <p:cNvPr id="4" name="Content Placeholder 3" descr="SL"/>
          <p:cNvPicPr>
            <a:picLocks noChangeAspect="1"/>
          </p:cNvPicPr>
          <p:nvPr>
            <p:ph sz="half" idx="2"/>
          </p:nvPr>
        </p:nvPicPr>
        <p:blipFill>
          <a:blip r:embed="rId2"/>
          <a:stretch>
            <a:fillRect/>
          </a:stretch>
        </p:blipFill>
        <p:spPr>
          <a:xfrm>
            <a:off x="8362315" y="3736975"/>
            <a:ext cx="1775460" cy="1737360"/>
          </a:xfrm>
          <a:prstGeom prst="rect">
            <a:avLst/>
          </a:prstGeom>
        </p:spPr>
      </p:pic>
      <p:pic>
        <p:nvPicPr>
          <p:cNvPr id="5" name="Picture 4" descr="VC"/>
          <p:cNvPicPr>
            <a:picLocks noChangeAspect="1"/>
          </p:cNvPicPr>
          <p:nvPr/>
        </p:nvPicPr>
        <p:blipFill>
          <a:blip r:embed="rId3"/>
          <a:stretch>
            <a:fillRect/>
          </a:stretch>
        </p:blipFill>
        <p:spPr>
          <a:xfrm>
            <a:off x="10434320" y="2994660"/>
            <a:ext cx="1296670" cy="1296670"/>
          </a:xfrm>
          <a:prstGeom prst="rect">
            <a:avLst/>
          </a:prstGeom>
        </p:spPr>
      </p:pic>
      <p:sp>
        <p:nvSpPr>
          <p:cNvPr id="8" name="Slide Number Placeholder 7"/>
          <p:cNvSpPr>
            <a:spLocks noGrp="1"/>
          </p:cNvSpPr>
          <p:nvPr>
            <p:ph type="sldNum" sz="quarter" idx="12"/>
          </p:nvPr>
        </p:nvSpPr>
        <p:spPr/>
        <p:txBody>
          <a:bodyPr/>
          <a:p>
            <a:fld id="{9B618960-8005-486C-9A75-10CB2AAC16F9}" type="slidenum">
              <a:rPr lang="en-US" smtClean="0">
                <a:latin typeface="Tahoma" panose="020B0604030504040204" charset="0"/>
                <a:cs typeface="Tahoma" panose="020B0604030504040204" charset="0"/>
              </a:rPr>
            </a:fld>
            <a:endParaRPr lang="en-US">
              <a:latin typeface="Tahoma" panose="020B0604030504040204" charset="0"/>
              <a:cs typeface="Tahoma" panose="020B060403050404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053465"/>
          </a:xfrm>
        </p:spPr>
        <p:style>
          <a:lnRef idx="1">
            <a:schemeClr val="accent5"/>
          </a:lnRef>
          <a:fillRef idx="3">
            <a:schemeClr val="accent5"/>
          </a:fillRef>
          <a:effectRef idx="2">
            <a:schemeClr val="accent5"/>
          </a:effectRef>
          <a:fontRef idx="minor">
            <a:schemeClr val="lt1"/>
          </a:fontRef>
        </p:style>
        <p:txBody>
          <a:bodyPr>
            <a:noAutofit/>
          </a:bodyPr>
          <a:p>
            <a:pPr algn="just">
              <a:lnSpc>
                <a:spcPct val="100000"/>
              </a:lnSpc>
            </a:pPr>
            <a:r>
              <a:rPr lang="en-US" sz="2700">
                <a:latin typeface="Tahoma" panose="020B0604030504040204" charset="0"/>
                <a:cs typeface="Tahoma" panose="020B0604030504040204" charset="0"/>
              </a:rPr>
              <a:t>3. Nguồn lực con người là nguồn lực cơ bản cho sự phát triển và bền vững trong quá trình công nghiệp hóa, hiện đại hóa</a:t>
            </a:r>
            <a:endParaRPr lang="en-US" sz="2700">
              <a:latin typeface="Tahoma" panose="020B0604030504040204" charset="0"/>
              <a:cs typeface="Tahoma" panose="020B0604030504040204" charset="0"/>
            </a:endParaRPr>
          </a:p>
        </p:txBody>
      </p:sp>
      <p:sp>
        <p:nvSpPr>
          <p:cNvPr id="4" name="Text Box 3"/>
          <p:cNvSpPr txBox="1"/>
          <p:nvPr/>
        </p:nvSpPr>
        <p:spPr>
          <a:xfrm>
            <a:off x="925830" y="2627630"/>
            <a:ext cx="6459855" cy="3322955"/>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wrap="square" rtlCol="0">
            <a:spAutoFit/>
          </a:bodyPr>
          <a:p>
            <a:pPr algn="just">
              <a:lnSpc>
                <a:spcPct val="150000"/>
              </a:lnSpc>
            </a:pPr>
            <a:r>
              <a:rPr lang="en-US" sz="2800">
                <a:latin typeface="Tahoma" panose="020B0604030504040204" charset="0"/>
                <a:cs typeface="Tahoma" panose="020B0604030504040204" charset="0"/>
              </a:rPr>
              <a:t>Con người là chủ thể vạch ra đường lối và chiến lược phát triển, đường lối đúng đắn kinh tế xã hội phát triển, đường lối sai xã hội đình trệ kém phát triển</a:t>
            </a:r>
            <a:endParaRPr lang="en-US" sz="2800">
              <a:latin typeface="Tahoma" panose="020B0604030504040204" charset="0"/>
              <a:cs typeface="Tahoma" panose="020B0604030504040204" charset="0"/>
            </a:endParaRPr>
          </a:p>
        </p:txBody>
      </p:sp>
      <p:graphicFrame>
        <p:nvGraphicFramePr>
          <p:cNvPr id="5" name="Diagram 4"/>
          <p:cNvGraphicFramePr/>
          <p:nvPr/>
        </p:nvGraphicFramePr>
        <p:xfrm>
          <a:off x="8057515" y="2472055"/>
          <a:ext cx="3382645" cy="325247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9" name="Content Placeholder 8" descr="860454"/>
          <p:cNvPicPr>
            <a:picLocks noChangeAspect="1"/>
          </p:cNvPicPr>
          <p:nvPr>
            <p:ph idx="1"/>
          </p:nvPr>
        </p:nvPicPr>
        <p:blipFill>
          <a:blip r:embed="rId6"/>
          <a:stretch>
            <a:fillRect/>
          </a:stretch>
        </p:blipFill>
        <p:spPr>
          <a:xfrm>
            <a:off x="9504045" y="4145915"/>
            <a:ext cx="2037080" cy="2037080"/>
          </a:xfrm>
          <a:prstGeom prst="rect">
            <a:avLst/>
          </a:prstGeom>
        </p:spPr>
      </p:pic>
      <p:sp>
        <p:nvSpPr>
          <p:cNvPr id="6" name="Slide Number Placeholder 5"/>
          <p:cNvSpPr>
            <a:spLocks noGrp="1"/>
          </p:cNvSpPr>
          <p:nvPr>
            <p:ph type="sldNum" sz="quarter" idx="12"/>
          </p:nvPr>
        </p:nvSpPr>
        <p:spPr/>
        <p:txBody>
          <a:bodyPr/>
          <a:p>
            <a:fld id="{9B618960-8005-486C-9A75-10CB2AAC16F9}" type="slidenum">
              <a:rPr lang="en-US" smtClean="0">
                <a:latin typeface="Tahoma" panose="020B0604030504040204" charset="0"/>
                <a:cs typeface="Tahoma" panose="020B0604030504040204" charset="0"/>
              </a:rPr>
            </a:fld>
            <a:endParaRPr lang="en-US">
              <a:latin typeface="Tahoma" panose="020B0604030504040204" charset="0"/>
              <a:cs typeface="Tahoma" panose="020B060403050404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004570"/>
          </a:xfrm>
        </p:spPr>
        <p:style>
          <a:lnRef idx="1">
            <a:schemeClr val="accent5"/>
          </a:lnRef>
          <a:fillRef idx="3">
            <a:schemeClr val="accent5"/>
          </a:fillRef>
          <a:effectRef idx="2">
            <a:schemeClr val="accent5"/>
          </a:effectRef>
          <a:fontRef idx="minor">
            <a:schemeClr val="lt1"/>
          </a:fontRef>
        </p:style>
        <p:txBody>
          <a:bodyPr>
            <a:normAutofit/>
          </a:bodyPr>
          <a:p>
            <a:pPr algn="just">
              <a:lnSpc>
                <a:spcPct val="100000"/>
              </a:lnSpc>
            </a:pPr>
            <a:r>
              <a:rPr lang="en-US" sz="2700">
                <a:latin typeface="Tahoma" panose="020B0604030504040204" charset="0"/>
                <a:cs typeface="Tahoma" panose="020B0604030504040204" charset="0"/>
              </a:rPr>
              <a:t>3. Nguồn lực con người là nguồn lực cơ bản cho sự phát triển và bền vững trong quá trình công nghiệp hóa, hiện đại hóa</a:t>
            </a:r>
            <a:endParaRPr lang="en-US" sz="2700">
              <a:latin typeface="Tahoma" panose="020B0604030504040204" charset="0"/>
              <a:cs typeface="Tahoma" panose="020B0604030504040204" charset="0"/>
            </a:endParaRPr>
          </a:p>
        </p:txBody>
      </p:sp>
      <p:sp>
        <p:nvSpPr>
          <p:cNvPr id="7" name="Text Box 6"/>
          <p:cNvSpPr txBox="1"/>
          <p:nvPr/>
        </p:nvSpPr>
        <p:spPr>
          <a:xfrm>
            <a:off x="925830" y="2627630"/>
            <a:ext cx="6459855" cy="2030095"/>
          </a:xfrm>
          <a:prstGeom prst="rect">
            <a:avLst/>
          </a:prstGeom>
          <a:noFill/>
          <a:ln>
            <a:noFill/>
          </a:ln>
          <a:extLst>
            <a:ext uri="{909E8E84-426E-40DD-AFC4-6F175D3DCCD1}">
              <a14:hiddenFill xmlns:a14="http://schemas.microsoft.com/office/drawing/2010/main">
                <a:solidFill>
                  <a:schemeClr val="lt1"/>
                </a:solidFill>
              </a14:hiddenFill>
            </a:ext>
          </a:extLst>
        </p:spPr>
        <p:style>
          <a:lnRef idx="2">
            <a:schemeClr val="accent1"/>
          </a:lnRef>
          <a:fillRef idx="1">
            <a:schemeClr val="lt1"/>
          </a:fillRef>
          <a:effectRef idx="0">
            <a:schemeClr val="accent1"/>
          </a:effectRef>
          <a:fontRef idx="minor">
            <a:schemeClr val="dk1"/>
          </a:fontRef>
        </p:style>
        <p:txBody>
          <a:bodyPr wrap="square" rtlCol="0">
            <a:spAutoFit/>
          </a:bodyPr>
          <a:p>
            <a:pPr algn="just">
              <a:lnSpc>
                <a:spcPct val="150000"/>
              </a:lnSpc>
            </a:pPr>
            <a:r>
              <a:rPr lang="en-US" sz="2800">
                <a:latin typeface="Tahoma" panose="020B0604030504040204" charset="0"/>
                <a:cs typeface="Tahoma" panose="020B0604030504040204" charset="0"/>
              </a:rPr>
              <a:t>Nền kinh tế hiện nay là nền kinh tế tri thức, trong đó chất xám đóng vai trò quan trọng.</a:t>
            </a:r>
            <a:endParaRPr lang="en-US" sz="2800">
              <a:latin typeface="Tahoma" panose="020B0604030504040204" charset="0"/>
              <a:cs typeface="Tahoma" panose="020B0604030504040204" charset="0"/>
            </a:endParaRPr>
          </a:p>
        </p:txBody>
      </p:sp>
      <p:pic>
        <p:nvPicPr>
          <p:cNvPr id="3" name="Content Placeholder 2" descr="trithuc"/>
          <p:cNvPicPr>
            <a:picLocks noChangeAspect="1"/>
          </p:cNvPicPr>
          <p:nvPr>
            <p:ph idx="1"/>
          </p:nvPr>
        </p:nvPicPr>
        <p:blipFill>
          <a:blip r:embed="rId1"/>
          <a:stretch>
            <a:fillRect/>
          </a:stretch>
        </p:blipFill>
        <p:spPr>
          <a:xfrm>
            <a:off x="8618220" y="2723515"/>
            <a:ext cx="2480945" cy="2790825"/>
          </a:xfrm>
          <a:prstGeom prst="rect">
            <a:avLst/>
          </a:prstGeom>
        </p:spPr>
      </p:pic>
      <p:sp>
        <p:nvSpPr>
          <p:cNvPr id="5" name="Slide Number Placeholder 4"/>
          <p:cNvSpPr>
            <a:spLocks noGrp="1"/>
          </p:cNvSpPr>
          <p:nvPr>
            <p:ph type="sldNum" sz="quarter" idx="12"/>
          </p:nvPr>
        </p:nvSpPr>
        <p:spPr/>
        <p:txBody>
          <a:bodyPr/>
          <a:p>
            <a:fld id="{9B618960-8005-486C-9A75-10CB2AAC16F9}" type="slidenum">
              <a:rPr lang="en-US" smtClean="0">
                <a:latin typeface="Tahoma" panose="020B0604030504040204" charset="0"/>
                <a:cs typeface="Tahoma" panose="020B0604030504040204" charset="0"/>
              </a:rPr>
            </a:fld>
            <a:endParaRPr lang="en-US">
              <a:latin typeface="Tahoma" panose="020B0604030504040204" charset="0"/>
              <a:cs typeface="Tahoma" panose="020B060403050404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70000">
              <a:schemeClr val="accent1">
                <a:lumMod val="20000"/>
                <a:lumOff val="80000"/>
              </a:schemeClr>
            </a:gs>
            <a:gs pos="15000">
              <a:schemeClr val="bg2"/>
            </a:gs>
            <a:gs pos="95000">
              <a:schemeClr val="accent2">
                <a:lumMod val="20000"/>
                <a:lumOff val="80000"/>
              </a:schemeClr>
            </a:gs>
          </a:gsLst>
          <a:lin ang="0" scaled="0"/>
        </a:gradFill>
        <a:effectLst/>
      </p:bgPr>
    </p:bg>
    <p:spTree>
      <p:nvGrpSpPr>
        <p:cNvPr id="1" name=""/>
        <p:cNvGrpSpPr/>
        <p:nvPr/>
      </p:nvGrpSpPr>
      <p:grpSpPr/>
      <p:sp>
        <p:nvSpPr>
          <p:cNvPr id="2" name="Title 1"/>
          <p:cNvSpPr>
            <a:spLocks noGrp="1"/>
          </p:cNvSpPr>
          <p:nvPr>
            <p:ph type="title"/>
          </p:nvPr>
        </p:nvSpPr>
        <p:spPr>
          <a:xfrm>
            <a:off x="838200" y="365125"/>
            <a:ext cx="10515600" cy="5415915"/>
          </a:xfrm>
        </p:spPr>
        <p:txBody>
          <a:bodyPr>
            <a:scene3d>
              <a:camera prst="orthographicFront"/>
              <a:lightRig rig="soft" dir="t">
                <a:rot lat="0" lon="0" rev="15600000"/>
              </a:lightRig>
            </a:scene3d>
            <a:sp3d extrusionH="57150" prstMaterial="softEdge">
              <a:bevelT w="25400" h="38100"/>
            </a:sp3d>
          </a:bodyPr>
          <a:p>
            <a:pPr algn="ctr"/>
            <a:r>
              <a:rPr lang="en-US" b="1">
                <a:solidFill>
                  <a:schemeClr val="accent4"/>
                </a:solidFill>
                <a:effectLst/>
                <a:latin typeface="Tahoma" panose="020B0604030504040204" charset="0"/>
                <a:cs typeface="Tahoma" panose="020B0604030504040204" charset="0"/>
              </a:rPr>
              <a:t>CẢM ƠN VÌ ĐÃ LẮNG NGHE</a:t>
            </a:r>
            <a:endParaRPr lang="en-US" b="1">
              <a:solidFill>
                <a:schemeClr val="accent4"/>
              </a:solidFill>
              <a:effectLst/>
              <a:latin typeface="Tahoma" panose="020B0604030504040204" charset="0"/>
              <a:cs typeface="Tahoma" panose="020B0604030504040204" charset="0"/>
            </a:endParaRPr>
          </a:p>
        </p:txBody>
      </p:sp>
      <p:sp>
        <p:nvSpPr>
          <p:cNvPr id="4" name="Slide Number Placeholder 3"/>
          <p:cNvSpPr>
            <a:spLocks noGrp="1"/>
          </p:cNvSpPr>
          <p:nvPr>
            <p:ph type="sldNum" sz="quarter" idx="12"/>
          </p:nvPr>
        </p:nvSpPr>
        <p:spPr/>
        <p:txBody>
          <a:bodyPr/>
          <a:p>
            <a:fld id="{9B618960-8005-486C-9A75-10CB2AAC16F9}" type="slidenum">
              <a:rPr lang="en-US" smtClean="0">
                <a:latin typeface="Tahoma" panose="020B0604030504040204" charset="0"/>
                <a:cs typeface="Tahoma" panose="020B0604030504040204" charset="0"/>
              </a:rPr>
            </a:fld>
            <a:endParaRPr lang="en-US">
              <a:latin typeface="Tahoma" panose="020B0604030504040204" charset="0"/>
              <a:cs typeface="Tahoma" panose="020B0604030504040204" charset="0"/>
            </a:endParaRPr>
          </a:p>
        </p:txBody>
      </p:sp>
    </p:spTree>
  </p:cSld>
  <p:clrMapOvr>
    <a:masterClrMapping/>
  </p:clrMapOvr>
</p:sld>
</file>

<file path=ppt/theme/theme1.xml><?xml version="1.0" encoding="utf-8"?>
<a:theme xmlns:a="http://schemas.openxmlformats.org/drawingml/2006/main" name="Office Theme">
  <a:themeElements>
    <a:clrScheme name="Elemental">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2674</Words>
  <Application>WPS Presentation</Application>
  <PresentationFormat>Widescreen</PresentationFormat>
  <Paragraphs>77</Paragraphs>
  <Slides>14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Arial</vt:lpstr>
      <vt:lpstr>SimSun</vt:lpstr>
      <vt:lpstr>Wingdings</vt:lpstr>
      <vt:lpstr>Tahoma</vt:lpstr>
      <vt:lpstr>Microsoft YaHei</vt:lpstr>
      <vt:lpstr>Arial Unicode MS</vt:lpstr>
      <vt:lpstr>Calibri Light</vt:lpstr>
      <vt:lpstr>Calibri</vt:lpstr>
      <vt:lpstr>Office Theme</vt:lpstr>
      <vt:lpstr>PHÁT HUY NGUỒN LỰC CON NGƯỜI LÀ YẾU TỐ CƠ BẢN CHO SỰ PHÁT TRIỂN VÀ BỀN VỮNG TRONG QUÁ TRÌNH CÔNG NGHIỆP HÓA - HIỆN ĐẠI HÓA</vt:lpstr>
      <vt:lpstr>NỘI DUNG CHÍNH</vt:lpstr>
      <vt:lpstr>1. KHÁI NIỆM VỀ NGUỒN LỰC CON NGƯỜI </vt:lpstr>
      <vt:lpstr>1. Khái niệm nguồn lực con người</vt:lpstr>
      <vt:lpstr>1. Khái niệm nguồn lực con người</vt:lpstr>
      <vt:lpstr>1. Khái niệm nguồn lực con người</vt:lpstr>
      <vt:lpstr>2. CÁC NHÂN TỐ ẢNH HƯỞNG ĐẾN NGUỒN LỰC CON NGƯỜI</vt:lpstr>
      <vt:lpstr>2. Các nhân tố ảnh hưởng đến nguồn lực con người</vt:lpstr>
      <vt:lpstr>3. NGUỒN LỰC CON NGƯỜI LÀ NGUỒN LỰC CƠ BẢN CHO SỰ PHÁT TRIỂN BỀN VỮNG TRONG QUÁ TRÌNH CÔNG NGHIỆP HÓA HIỆN ĐẠI HÓA</vt:lpstr>
      <vt:lpstr>3. Nguồn lực con người là nguồn lực cơ bản cho sự phát triển và bền vững trong quá trình công nghiệp hóa, hiện đại hóa</vt:lpstr>
      <vt:lpstr>3. Nguồn lực con người là nguồn lực cơ bản cho sự phát triển và bền vững trong quá trình công nghiệp hóa, hiện đại hóa</vt:lpstr>
      <vt:lpstr>3. Nguồn lực con người là nguồn lực cơ bản cho sự phát triển và bền vững trong quá trình công nghiệp hóa, hiện đại hóa</vt:lpstr>
      <vt:lpstr>3. Nguồn lực con người là nguồn lực cơ bản cho sự phát triển và bền vững trong quá trình công nghiệp hóa, hiện đại hóa</vt:lpstr>
      <vt:lpstr>CẢM ƠN VÌ ĐÃ LẮNG NGHE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PHÁT HUY NGUỒN LỰC CON NGƯỜI LÀ YẾU TỐ CƠ BẢN CHO SỰ PHÁT TRIỂN VÀ BỀN VỮNG TRONG QUÁ TRÌNH CÔNG NGHIỆP HÓA - HIỆN ĐẠI HÓA</dc:title>
  <dc:creator/>
  <cp:lastModifiedBy>google1576938400</cp:lastModifiedBy>
  <cp:revision>9</cp:revision>
  <dcterms:created xsi:type="dcterms:W3CDTF">2020-07-01T08:34:00Z</dcterms:created>
  <dcterms:modified xsi:type="dcterms:W3CDTF">2020-07-02T04:00:18Z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1033-11.2.0.9452</vt:lpwstr>
  </property>
</Properties>
</file>